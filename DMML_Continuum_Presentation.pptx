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60" r:id="rId6"/>
    <p:sldId id="257" r:id="rId7"/>
    <p:sldId id="258" r:id="rId8"/>
    <p:sldId id="261" r:id="rId9"/>
    <p:sldId id="266" r:id="rId10"/>
    <p:sldId id="267" r:id="rId11"/>
    <p:sldId id="268" r:id="rId12"/>
    <p:sldId id="264" r:id="rId13"/>
    <p:sldId id="263" r:id="rId14"/>
    <p:sldId id="265" r:id="rId15"/>
    <p:sldId id="259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5B0E29-09E1-4FA0-B8F1-7C96E02CFE35}" v="84" dt="2025-07-20T17:17:17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yaugi Bilfagih" userId="5db62901-25c1-40f4-afcb-75977455cbb1" providerId="ADAL" clId="{DF5B0E29-09E1-4FA0-B8F1-7C96E02CFE35}"/>
    <pc:docChg chg="undo custSel addSld delSld modSld">
      <pc:chgData name="Ali Syaugi Bilfagih" userId="5db62901-25c1-40f4-afcb-75977455cbb1" providerId="ADAL" clId="{DF5B0E29-09E1-4FA0-B8F1-7C96E02CFE35}" dt="2025-07-20T17:18:02.045" v="2279" actId="1035"/>
      <pc:docMkLst>
        <pc:docMk/>
      </pc:docMkLst>
      <pc:sldChg chg="addSp modSp mod">
        <pc:chgData name="Ali Syaugi Bilfagih" userId="5db62901-25c1-40f4-afcb-75977455cbb1" providerId="ADAL" clId="{DF5B0E29-09E1-4FA0-B8F1-7C96E02CFE35}" dt="2025-07-20T13:26:42.915" v="524" actId="14100"/>
        <pc:sldMkLst>
          <pc:docMk/>
          <pc:sldMk cId="3254923870" sldId="256"/>
        </pc:sldMkLst>
        <pc:spChg chg="mod">
          <ac:chgData name="Ali Syaugi Bilfagih" userId="5db62901-25c1-40f4-afcb-75977455cbb1" providerId="ADAL" clId="{DF5B0E29-09E1-4FA0-B8F1-7C96E02CFE35}" dt="2025-07-20T13:26:42.915" v="524" actId="14100"/>
          <ac:spMkLst>
            <pc:docMk/>
            <pc:sldMk cId="3254923870" sldId="256"/>
            <ac:spMk id="2" creationId="{F55FFD81-B71F-5E3D-0611-0C26B4D4AC95}"/>
          </ac:spMkLst>
        </pc:spChg>
        <pc:picChg chg="add mod">
          <ac:chgData name="Ali Syaugi Bilfagih" userId="5db62901-25c1-40f4-afcb-75977455cbb1" providerId="ADAL" clId="{DF5B0E29-09E1-4FA0-B8F1-7C96E02CFE35}" dt="2025-07-20T13:23:35.525" v="386" actId="1076"/>
          <ac:picMkLst>
            <pc:docMk/>
            <pc:sldMk cId="3254923870" sldId="256"/>
            <ac:picMk id="6" creationId="{A7E77C97-656C-93DA-6EA2-7FCD23FFAD01}"/>
          </ac:picMkLst>
        </pc:picChg>
        <pc:picChg chg="add mod">
          <ac:chgData name="Ali Syaugi Bilfagih" userId="5db62901-25c1-40f4-afcb-75977455cbb1" providerId="ADAL" clId="{DF5B0E29-09E1-4FA0-B8F1-7C96E02CFE35}" dt="2025-07-20T13:23:31.549" v="385" actId="1076"/>
          <ac:picMkLst>
            <pc:docMk/>
            <pc:sldMk cId="3254923870" sldId="256"/>
            <ac:picMk id="7" creationId="{CCBDC303-262F-B830-0B98-0F8D601F2F40}"/>
          </ac:picMkLst>
        </pc:picChg>
      </pc:sldChg>
      <pc:sldChg chg="addSp modSp mod">
        <pc:chgData name="Ali Syaugi Bilfagih" userId="5db62901-25c1-40f4-afcb-75977455cbb1" providerId="ADAL" clId="{DF5B0E29-09E1-4FA0-B8F1-7C96E02CFE35}" dt="2025-07-20T17:18:02.045" v="2279" actId="1035"/>
        <pc:sldMkLst>
          <pc:docMk/>
          <pc:sldMk cId="1570162402" sldId="257"/>
        </pc:sldMkLst>
        <pc:spChg chg="mod">
          <ac:chgData name="Ali Syaugi Bilfagih" userId="5db62901-25c1-40f4-afcb-75977455cbb1" providerId="ADAL" clId="{DF5B0E29-09E1-4FA0-B8F1-7C96E02CFE35}" dt="2025-07-20T17:18:02.045" v="2279" actId="1035"/>
          <ac:spMkLst>
            <pc:docMk/>
            <pc:sldMk cId="1570162402" sldId="257"/>
            <ac:spMk id="3" creationId="{57BB6649-4CCF-AA99-36BC-1F6590F51FE5}"/>
          </ac:spMkLst>
        </pc:spChg>
        <pc:picChg chg="add mod">
          <ac:chgData name="Ali Syaugi Bilfagih" userId="5db62901-25c1-40f4-afcb-75977455cbb1" providerId="ADAL" clId="{DF5B0E29-09E1-4FA0-B8F1-7C96E02CFE35}" dt="2025-07-20T13:23:53.295" v="390" actId="1076"/>
          <ac:picMkLst>
            <pc:docMk/>
            <pc:sldMk cId="1570162402" sldId="257"/>
            <ac:picMk id="4" creationId="{091A2B8A-4F41-573B-E8E1-77C75EA23982}"/>
          </ac:picMkLst>
        </pc:picChg>
        <pc:picChg chg="add mod">
          <ac:chgData name="Ali Syaugi Bilfagih" userId="5db62901-25c1-40f4-afcb-75977455cbb1" providerId="ADAL" clId="{DF5B0E29-09E1-4FA0-B8F1-7C96E02CFE35}" dt="2025-07-20T13:23:53.295" v="390" actId="1076"/>
          <ac:picMkLst>
            <pc:docMk/>
            <pc:sldMk cId="1570162402" sldId="257"/>
            <ac:picMk id="5" creationId="{82CD7873-795F-789B-4D69-08514A70CD23}"/>
          </ac:picMkLst>
        </pc:picChg>
      </pc:sldChg>
      <pc:sldChg chg="addSp modSp mod">
        <pc:chgData name="Ali Syaugi Bilfagih" userId="5db62901-25c1-40f4-afcb-75977455cbb1" providerId="ADAL" clId="{DF5B0E29-09E1-4FA0-B8F1-7C96E02CFE35}" dt="2025-07-20T13:24:21.821" v="417" actId="1035"/>
        <pc:sldMkLst>
          <pc:docMk/>
          <pc:sldMk cId="3464104936" sldId="258"/>
        </pc:sldMkLst>
        <pc:picChg chg="add mod">
          <ac:chgData name="Ali Syaugi Bilfagih" userId="5db62901-25c1-40f4-afcb-75977455cbb1" providerId="ADAL" clId="{DF5B0E29-09E1-4FA0-B8F1-7C96E02CFE35}" dt="2025-07-20T13:24:17.015" v="407" actId="1076"/>
          <ac:picMkLst>
            <pc:docMk/>
            <pc:sldMk cId="3464104936" sldId="258"/>
            <ac:picMk id="4" creationId="{19D55461-6065-D892-38C9-1310AC22EFC0}"/>
          </ac:picMkLst>
        </pc:picChg>
        <pc:picChg chg="mod">
          <ac:chgData name="Ali Syaugi Bilfagih" userId="5db62901-25c1-40f4-afcb-75977455cbb1" providerId="ADAL" clId="{DF5B0E29-09E1-4FA0-B8F1-7C96E02CFE35}" dt="2025-07-20T13:24:21.821" v="417" actId="1035"/>
          <ac:picMkLst>
            <pc:docMk/>
            <pc:sldMk cId="3464104936" sldId="258"/>
            <ac:picMk id="5" creationId="{5D7901C8-3CE2-988A-27B0-B42DD7537F8A}"/>
          </ac:picMkLst>
        </pc:picChg>
        <pc:picChg chg="add mod">
          <ac:chgData name="Ali Syaugi Bilfagih" userId="5db62901-25c1-40f4-afcb-75977455cbb1" providerId="ADAL" clId="{DF5B0E29-09E1-4FA0-B8F1-7C96E02CFE35}" dt="2025-07-20T13:24:17.015" v="407" actId="1076"/>
          <ac:picMkLst>
            <pc:docMk/>
            <pc:sldMk cId="3464104936" sldId="258"/>
            <ac:picMk id="6" creationId="{42E05FDD-850D-798C-5433-ECE8810943B0}"/>
          </ac:picMkLst>
        </pc:picChg>
        <pc:picChg chg="mod">
          <ac:chgData name="Ali Syaugi Bilfagih" userId="5db62901-25c1-40f4-afcb-75977455cbb1" providerId="ADAL" clId="{DF5B0E29-09E1-4FA0-B8F1-7C96E02CFE35}" dt="2025-07-20T13:24:21.821" v="417" actId="1035"/>
          <ac:picMkLst>
            <pc:docMk/>
            <pc:sldMk cId="3464104936" sldId="258"/>
            <ac:picMk id="1026" creationId="{F53E81D9-2768-A773-EADF-7A29AA8ECF2A}"/>
          </ac:picMkLst>
        </pc:picChg>
      </pc:sldChg>
      <pc:sldChg chg="addSp modSp">
        <pc:chgData name="Ali Syaugi Bilfagih" userId="5db62901-25c1-40f4-afcb-75977455cbb1" providerId="ADAL" clId="{DF5B0E29-09E1-4FA0-B8F1-7C96E02CFE35}" dt="2025-07-20T17:17:17.408" v="2260"/>
        <pc:sldMkLst>
          <pc:docMk/>
          <pc:sldMk cId="2228350464" sldId="259"/>
        </pc:sldMkLst>
        <pc:picChg chg="add mod">
          <ac:chgData name="Ali Syaugi Bilfagih" userId="5db62901-25c1-40f4-afcb-75977455cbb1" providerId="ADAL" clId="{DF5B0E29-09E1-4FA0-B8F1-7C96E02CFE35}" dt="2025-07-20T17:17:17.408" v="2260"/>
          <ac:picMkLst>
            <pc:docMk/>
            <pc:sldMk cId="2228350464" sldId="259"/>
            <ac:picMk id="4" creationId="{CEF2C6F0-6DF7-DEED-8F1B-7EDF760DEAA2}"/>
          </ac:picMkLst>
        </pc:picChg>
        <pc:picChg chg="add mod">
          <ac:chgData name="Ali Syaugi Bilfagih" userId="5db62901-25c1-40f4-afcb-75977455cbb1" providerId="ADAL" clId="{DF5B0E29-09E1-4FA0-B8F1-7C96E02CFE35}" dt="2025-07-20T17:17:17.408" v="2260"/>
          <ac:picMkLst>
            <pc:docMk/>
            <pc:sldMk cId="2228350464" sldId="259"/>
            <ac:picMk id="5" creationId="{ABE8DDC5-0A66-839E-8330-308D9F7CA1A0}"/>
          </ac:picMkLst>
        </pc:picChg>
      </pc:sldChg>
      <pc:sldChg chg="addSp modSp new mod">
        <pc:chgData name="Ali Syaugi Bilfagih" userId="5db62901-25c1-40f4-afcb-75977455cbb1" providerId="ADAL" clId="{DF5B0E29-09E1-4FA0-B8F1-7C96E02CFE35}" dt="2025-07-20T13:23:46.470" v="388" actId="1076"/>
        <pc:sldMkLst>
          <pc:docMk/>
          <pc:sldMk cId="967855917" sldId="260"/>
        </pc:sldMkLst>
        <pc:spChg chg="mod">
          <ac:chgData name="Ali Syaugi Bilfagih" userId="5db62901-25c1-40f4-afcb-75977455cbb1" providerId="ADAL" clId="{DF5B0E29-09E1-4FA0-B8F1-7C96E02CFE35}" dt="2025-07-18T15:58:52.714" v="7" actId="20577"/>
          <ac:spMkLst>
            <pc:docMk/>
            <pc:sldMk cId="967855917" sldId="260"/>
            <ac:spMk id="2" creationId="{14263D0F-A967-3539-3CCC-DDE69949635C}"/>
          </ac:spMkLst>
        </pc:spChg>
        <pc:spChg chg="mod">
          <ac:chgData name="Ali Syaugi Bilfagih" userId="5db62901-25c1-40f4-afcb-75977455cbb1" providerId="ADAL" clId="{DF5B0E29-09E1-4FA0-B8F1-7C96E02CFE35}" dt="2025-07-20T13:22:48.316" v="381" actId="20577"/>
          <ac:spMkLst>
            <pc:docMk/>
            <pc:sldMk cId="967855917" sldId="260"/>
            <ac:spMk id="3" creationId="{D0EC6118-F754-12DA-6BCA-A764B4FC4803}"/>
          </ac:spMkLst>
        </pc:spChg>
        <pc:picChg chg="add mod">
          <ac:chgData name="Ali Syaugi Bilfagih" userId="5db62901-25c1-40f4-afcb-75977455cbb1" providerId="ADAL" clId="{DF5B0E29-09E1-4FA0-B8F1-7C96E02CFE35}" dt="2025-07-20T13:23:46.470" v="388" actId="1076"/>
          <ac:picMkLst>
            <pc:docMk/>
            <pc:sldMk cId="967855917" sldId="260"/>
            <ac:picMk id="4" creationId="{27E85F17-499D-AB92-2278-05E53D77CF54}"/>
          </ac:picMkLst>
        </pc:picChg>
        <pc:picChg chg="add mod">
          <ac:chgData name="Ali Syaugi Bilfagih" userId="5db62901-25c1-40f4-afcb-75977455cbb1" providerId="ADAL" clId="{DF5B0E29-09E1-4FA0-B8F1-7C96E02CFE35}" dt="2025-07-20T13:23:46.470" v="388" actId="1076"/>
          <ac:picMkLst>
            <pc:docMk/>
            <pc:sldMk cId="967855917" sldId="260"/>
            <ac:picMk id="5" creationId="{7D73C504-DD71-4866-DAE4-E955CAAD455D}"/>
          </ac:picMkLst>
        </pc:picChg>
      </pc:sldChg>
      <pc:sldChg chg="addSp delSp modSp new mod">
        <pc:chgData name="Ali Syaugi Bilfagih" userId="5db62901-25c1-40f4-afcb-75977455cbb1" providerId="ADAL" clId="{DF5B0E29-09E1-4FA0-B8F1-7C96E02CFE35}" dt="2025-07-20T14:51:25.982" v="718" actId="1076"/>
        <pc:sldMkLst>
          <pc:docMk/>
          <pc:sldMk cId="2209243316" sldId="261"/>
        </pc:sldMkLst>
        <pc:spChg chg="mod">
          <ac:chgData name="Ali Syaugi Bilfagih" userId="5db62901-25c1-40f4-afcb-75977455cbb1" providerId="ADAL" clId="{DF5B0E29-09E1-4FA0-B8F1-7C96E02CFE35}" dt="2025-07-18T16:47:43.488" v="206" actId="20577"/>
          <ac:spMkLst>
            <pc:docMk/>
            <pc:sldMk cId="2209243316" sldId="261"/>
            <ac:spMk id="2" creationId="{2A72792A-6E52-88B9-2B86-4949762758CD}"/>
          </ac:spMkLst>
        </pc:spChg>
        <pc:spChg chg="mod">
          <ac:chgData name="Ali Syaugi Bilfagih" userId="5db62901-25c1-40f4-afcb-75977455cbb1" providerId="ADAL" clId="{DF5B0E29-09E1-4FA0-B8F1-7C96E02CFE35}" dt="2025-07-20T14:50:56.437" v="711" actId="27636"/>
          <ac:spMkLst>
            <pc:docMk/>
            <pc:sldMk cId="2209243316" sldId="261"/>
            <ac:spMk id="3" creationId="{C8B26911-CECA-53CC-8020-9A280C9564A2}"/>
          </ac:spMkLst>
        </pc:spChg>
        <pc:picChg chg="add mod">
          <ac:chgData name="Ali Syaugi Bilfagih" userId="5db62901-25c1-40f4-afcb-75977455cbb1" providerId="ADAL" clId="{DF5B0E29-09E1-4FA0-B8F1-7C96E02CFE35}" dt="2025-07-20T13:24:37.481" v="421" actId="1076"/>
          <ac:picMkLst>
            <pc:docMk/>
            <pc:sldMk cId="2209243316" sldId="261"/>
            <ac:picMk id="4" creationId="{782F4EBE-F511-F8DE-887F-3FDCC984FBA5}"/>
          </ac:picMkLst>
        </pc:picChg>
        <pc:picChg chg="add mod">
          <ac:chgData name="Ali Syaugi Bilfagih" userId="5db62901-25c1-40f4-afcb-75977455cbb1" providerId="ADAL" clId="{DF5B0E29-09E1-4FA0-B8F1-7C96E02CFE35}" dt="2025-07-20T14:51:25.982" v="718" actId="1076"/>
          <ac:picMkLst>
            <pc:docMk/>
            <pc:sldMk cId="2209243316" sldId="261"/>
            <ac:picMk id="5" creationId="{EE75A865-0EAE-84DA-7DF6-7F98D27D690E}"/>
          </ac:picMkLst>
        </pc:picChg>
        <pc:picChg chg="add mod">
          <ac:chgData name="Ali Syaugi Bilfagih" userId="5db62901-25c1-40f4-afcb-75977455cbb1" providerId="ADAL" clId="{DF5B0E29-09E1-4FA0-B8F1-7C96E02CFE35}" dt="2025-07-20T13:24:37.481" v="421" actId="1076"/>
          <ac:picMkLst>
            <pc:docMk/>
            <pc:sldMk cId="2209243316" sldId="261"/>
            <ac:picMk id="6" creationId="{BA222AF9-A616-A5B2-81C8-3FCAA16781AD}"/>
          </ac:picMkLst>
        </pc:picChg>
        <pc:picChg chg="add del mod">
          <ac:chgData name="Ali Syaugi Bilfagih" userId="5db62901-25c1-40f4-afcb-75977455cbb1" providerId="ADAL" clId="{DF5B0E29-09E1-4FA0-B8F1-7C96E02CFE35}" dt="2025-07-20T14:51:21.498" v="715" actId="478"/>
          <ac:picMkLst>
            <pc:docMk/>
            <pc:sldMk cId="2209243316" sldId="261"/>
            <ac:picMk id="8" creationId="{677E35DF-4F62-34EC-2D76-8BAB7F738A83}"/>
          </ac:picMkLst>
        </pc:picChg>
        <pc:picChg chg="add mod">
          <ac:chgData name="Ali Syaugi Bilfagih" userId="5db62901-25c1-40f4-afcb-75977455cbb1" providerId="ADAL" clId="{DF5B0E29-09E1-4FA0-B8F1-7C96E02CFE35}" dt="2025-07-20T14:51:11.737" v="713"/>
          <ac:picMkLst>
            <pc:docMk/>
            <pc:sldMk cId="2209243316" sldId="261"/>
            <ac:picMk id="9" creationId="{3B7EFD3F-5ABC-2F35-23AC-64C3E3526DC6}"/>
          </ac:picMkLst>
        </pc:picChg>
      </pc:sldChg>
      <pc:sldChg chg="addSp modSp new del mod">
        <pc:chgData name="Ali Syaugi Bilfagih" userId="5db62901-25c1-40f4-afcb-75977455cbb1" providerId="ADAL" clId="{DF5B0E29-09E1-4FA0-B8F1-7C96E02CFE35}" dt="2025-07-20T13:24:50.869" v="425" actId="47"/>
        <pc:sldMkLst>
          <pc:docMk/>
          <pc:sldMk cId="2350275235" sldId="262"/>
        </pc:sldMkLst>
        <pc:picChg chg="add mod">
          <ac:chgData name="Ali Syaugi Bilfagih" userId="5db62901-25c1-40f4-afcb-75977455cbb1" providerId="ADAL" clId="{DF5B0E29-09E1-4FA0-B8F1-7C96E02CFE35}" dt="2025-07-20T13:24:45.855" v="424"/>
          <ac:picMkLst>
            <pc:docMk/>
            <pc:sldMk cId="2350275235" sldId="262"/>
            <ac:picMk id="4" creationId="{AD117967-7BA8-04A8-7031-CF90D3CFD1F9}"/>
          </ac:picMkLst>
        </pc:picChg>
        <pc:picChg chg="add mod">
          <ac:chgData name="Ali Syaugi Bilfagih" userId="5db62901-25c1-40f4-afcb-75977455cbb1" providerId="ADAL" clId="{DF5B0E29-09E1-4FA0-B8F1-7C96E02CFE35}" dt="2025-07-20T13:24:45.855" v="424"/>
          <ac:picMkLst>
            <pc:docMk/>
            <pc:sldMk cId="2350275235" sldId="262"/>
            <ac:picMk id="5" creationId="{1098DA28-1FBC-CE5B-E5CD-DF7C3B4C1050}"/>
          </ac:picMkLst>
        </pc:picChg>
      </pc:sldChg>
      <pc:sldChg chg="addSp delSp modSp new mod">
        <pc:chgData name="Ali Syaugi Bilfagih" userId="5db62901-25c1-40f4-afcb-75977455cbb1" providerId="ADAL" clId="{DF5B0E29-09E1-4FA0-B8F1-7C96E02CFE35}" dt="2025-07-20T16:15:45.818" v="2256"/>
        <pc:sldMkLst>
          <pc:docMk/>
          <pc:sldMk cId="528964665" sldId="263"/>
        </pc:sldMkLst>
        <pc:spChg chg="mod">
          <ac:chgData name="Ali Syaugi Bilfagih" userId="5db62901-25c1-40f4-afcb-75977455cbb1" providerId="ADAL" clId="{DF5B0E29-09E1-4FA0-B8F1-7C96E02CFE35}" dt="2025-07-18T16:48:12.735" v="256" actId="20577"/>
          <ac:spMkLst>
            <pc:docMk/>
            <pc:sldMk cId="528964665" sldId="263"/>
            <ac:spMk id="2" creationId="{1D120416-E533-7125-EA84-F66DAC3FFE8C}"/>
          </ac:spMkLst>
        </pc:spChg>
        <pc:spChg chg="add del mod">
          <ac:chgData name="Ali Syaugi Bilfagih" userId="5db62901-25c1-40f4-afcb-75977455cbb1" providerId="ADAL" clId="{DF5B0E29-09E1-4FA0-B8F1-7C96E02CFE35}" dt="2025-07-20T15:11:58.924" v="1132" actId="478"/>
          <ac:spMkLst>
            <pc:docMk/>
            <pc:sldMk cId="528964665" sldId="263"/>
            <ac:spMk id="3" creationId="{FBE78E0F-B146-996F-A87D-85534064DA42}"/>
          </ac:spMkLst>
        </pc:spChg>
        <pc:spChg chg="add del mod">
          <ac:chgData name="Ali Syaugi Bilfagih" userId="5db62901-25c1-40f4-afcb-75977455cbb1" providerId="ADAL" clId="{DF5B0E29-09E1-4FA0-B8F1-7C96E02CFE35}" dt="2025-07-20T15:12:00.660" v="1133" actId="478"/>
          <ac:spMkLst>
            <pc:docMk/>
            <pc:sldMk cId="528964665" sldId="263"/>
            <ac:spMk id="8" creationId="{765D87D3-B74C-034D-717E-08EB39D61024}"/>
          </ac:spMkLst>
        </pc:spChg>
        <pc:spChg chg="add mod">
          <ac:chgData name="Ali Syaugi Bilfagih" userId="5db62901-25c1-40f4-afcb-75977455cbb1" providerId="ADAL" clId="{DF5B0E29-09E1-4FA0-B8F1-7C96E02CFE35}" dt="2025-07-20T16:03:44.029" v="1774" actId="20577"/>
          <ac:spMkLst>
            <pc:docMk/>
            <pc:sldMk cId="528964665" sldId="263"/>
            <ac:spMk id="9" creationId="{E367FA75-AD53-763F-E7CC-9B15D581B42C}"/>
          </ac:spMkLst>
        </pc:spChg>
        <pc:graphicFrameChg chg="add mod">
          <ac:chgData name="Ali Syaugi Bilfagih" userId="5db62901-25c1-40f4-afcb-75977455cbb1" providerId="ADAL" clId="{DF5B0E29-09E1-4FA0-B8F1-7C96E02CFE35}" dt="2025-07-20T14:47:35.568" v="694"/>
          <ac:graphicFrameMkLst>
            <pc:docMk/>
            <pc:sldMk cId="528964665" sldId="263"/>
            <ac:graphicFrameMk id="4" creationId="{BF509D19-C6CA-3943-2F81-39BD1BF27C91}"/>
          </ac:graphicFrameMkLst>
        </pc:graphicFrameChg>
        <pc:graphicFrameChg chg="add mod modGraphic">
          <ac:chgData name="Ali Syaugi Bilfagih" userId="5db62901-25c1-40f4-afcb-75977455cbb1" providerId="ADAL" clId="{DF5B0E29-09E1-4FA0-B8F1-7C96E02CFE35}" dt="2025-07-20T15:20:10.370" v="1197" actId="14100"/>
          <ac:graphicFrameMkLst>
            <pc:docMk/>
            <pc:sldMk cId="528964665" sldId="263"/>
            <ac:graphicFrameMk id="5" creationId="{39C81201-6F3B-D3B2-EE4F-C6FCFF5D7CA7}"/>
          </ac:graphicFrameMkLst>
        </pc:graphicFrameChg>
        <pc:graphicFrameChg chg="add mod modGraphic">
          <ac:chgData name="Ali Syaugi Bilfagih" userId="5db62901-25c1-40f4-afcb-75977455cbb1" providerId="ADAL" clId="{DF5B0E29-09E1-4FA0-B8F1-7C96E02CFE35}" dt="2025-07-20T15:20:25.449" v="1201" actId="14734"/>
          <ac:graphicFrameMkLst>
            <pc:docMk/>
            <pc:sldMk cId="528964665" sldId="263"/>
            <ac:graphicFrameMk id="6" creationId="{7F9843E9-337B-8C5E-EF5C-81B141F228DD}"/>
          </ac:graphicFrameMkLst>
        </pc:graphicFrameChg>
        <pc:picChg chg="add del mod">
          <ac:chgData name="Ali Syaugi Bilfagih" userId="5db62901-25c1-40f4-afcb-75977455cbb1" providerId="ADAL" clId="{DF5B0E29-09E1-4FA0-B8F1-7C96E02CFE35}" dt="2025-07-20T16:07:23.947" v="1779" actId="478"/>
          <ac:picMkLst>
            <pc:docMk/>
            <pc:sldMk cId="528964665" sldId="263"/>
            <ac:picMk id="11" creationId="{781D7D60-FFA0-2D02-0011-0DA7B2125772}"/>
          </ac:picMkLst>
        </pc:picChg>
        <pc:picChg chg="add mod">
          <ac:chgData name="Ali Syaugi Bilfagih" userId="5db62901-25c1-40f4-afcb-75977455cbb1" providerId="ADAL" clId="{DF5B0E29-09E1-4FA0-B8F1-7C96E02CFE35}" dt="2025-07-20T16:07:57.567" v="1785" actId="1076"/>
          <ac:picMkLst>
            <pc:docMk/>
            <pc:sldMk cId="528964665" sldId="263"/>
            <ac:picMk id="13" creationId="{4E3000E8-8983-A9B6-53D5-09090F0937D5}"/>
          </ac:picMkLst>
        </pc:picChg>
        <pc:picChg chg="add mod">
          <ac:chgData name="Ali Syaugi Bilfagih" userId="5db62901-25c1-40f4-afcb-75977455cbb1" providerId="ADAL" clId="{DF5B0E29-09E1-4FA0-B8F1-7C96E02CFE35}" dt="2025-07-20T16:15:45.818" v="2256"/>
          <ac:picMkLst>
            <pc:docMk/>
            <pc:sldMk cId="528964665" sldId="263"/>
            <ac:picMk id="14" creationId="{297EBCC0-3CC9-4365-A232-B444A393C01E}"/>
          </ac:picMkLst>
        </pc:picChg>
        <pc:picChg chg="add mod">
          <ac:chgData name="Ali Syaugi Bilfagih" userId="5db62901-25c1-40f4-afcb-75977455cbb1" providerId="ADAL" clId="{DF5B0E29-09E1-4FA0-B8F1-7C96E02CFE35}" dt="2025-07-20T16:15:45.818" v="2256"/>
          <ac:picMkLst>
            <pc:docMk/>
            <pc:sldMk cId="528964665" sldId="263"/>
            <ac:picMk id="15" creationId="{FD7674D5-90CF-D466-BF00-364A6CDD3D69}"/>
          </ac:picMkLst>
        </pc:picChg>
      </pc:sldChg>
      <pc:sldChg chg="addSp delSp modSp add mod">
        <pc:chgData name="Ali Syaugi Bilfagih" userId="5db62901-25c1-40f4-afcb-75977455cbb1" providerId="ADAL" clId="{DF5B0E29-09E1-4FA0-B8F1-7C96E02CFE35}" dt="2025-07-20T16:03:04.801" v="1748" actId="1076"/>
        <pc:sldMkLst>
          <pc:docMk/>
          <pc:sldMk cId="1468056353" sldId="264"/>
        </pc:sldMkLst>
        <pc:spChg chg="mod">
          <ac:chgData name="Ali Syaugi Bilfagih" userId="5db62901-25c1-40f4-afcb-75977455cbb1" providerId="ADAL" clId="{DF5B0E29-09E1-4FA0-B8F1-7C96E02CFE35}" dt="2025-07-20T13:27:06.855" v="526"/>
          <ac:spMkLst>
            <pc:docMk/>
            <pc:sldMk cId="1468056353" sldId="264"/>
            <ac:spMk id="2" creationId="{A227EC6F-4B0E-6DEE-8DC5-F704F5040C63}"/>
          </ac:spMkLst>
        </pc:spChg>
        <pc:spChg chg="add del mod">
          <ac:chgData name="Ali Syaugi Bilfagih" userId="5db62901-25c1-40f4-afcb-75977455cbb1" providerId="ADAL" clId="{DF5B0E29-09E1-4FA0-B8F1-7C96E02CFE35}" dt="2025-07-20T14:51:56.958" v="724" actId="478"/>
          <ac:spMkLst>
            <pc:docMk/>
            <pc:sldMk cId="1468056353" sldId="264"/>
            <ac:spMk id="3" creationId="{2B57990A-EC95-2773-8D65-711D9684ACE2}"/>
          </ac:spMkLst>
        </pc:spChg>
        <pc:spChg chg="add del mod">
          <ac:chgData name="Ali Syaugi Bilfagih" userId="5db62901-25c1-40f4-afcb-75977455cbb1" providerId="ADAL" clId="{DF5B0E29-09E1-4FA0-B8F1-7C96E02CFE35}" dt="2025-07-20T14:51:58.970" v="725" actId="478"/>
          <ac:spMkLst>
            <pc:docMk/>
            <pc:sldMk cId="1468056353" sldId="264"/>
            <ac:spMk id="14" creationId="{8C2F9782-7F17-76F0-5E6B-A5217B65146C}"/>
          </ac:spMkLst>
        </pc:spChg>
        <pc:spChg chg="add del mod">
          <ac:chgData name="Ali Syaugi Bilfagih" userId="5db62901-25c1-40f4-afcb-75977455cbb1" providerId="ADAL" clId="{DF5B0E29-09E1-4FA0-B8F1-7C96E02CFE35}" dt="2025-07-20T15:10:26.264" v="1080" actId="478"/>
          <ac:spMkLst>
            <pc:docMk/>
            <pc:sldMk cId="1468056353" sldId="264"/>
            <ac:spMk id="15" creationId="{DD4F4DD1-E792-BE82-9278-2DA76172AF88}"/>
          </ac:spMkLst>
        </pc:spChg>
        <pc:spChg chg="add del mod">
          <ac:chgData name="Ali Syaugi Bilfagih" userId="5db62901-25c1-40f4-afcb-75977455cbb1" providerId="ADAL" clId="{DF5B0E29-09E1-4FA0-B8F1-7C96E02CFE35}" dt="2025-07-20T15:10:26.264" v="1080" actId="478"/>
          <ac:spMkLst>
            <pc:docMk/>
            <pc:sldMk cId="1468056353" sldId="264"/>
            <ac:spMk id="16" creationId="{BADACCBD-3E71-E174-BB4F-C2FB28CF1E12}"/>
          </ac:spMkLst>
        </pc:spChg>
        <pc:spChg chg="add del mod">
          <ac:chgData name="Ali Syaugi Bilfagih" userId="5db62901-25c1-40f4-afcb-75977455cbb1" providerId="ADAL" clId="{DF5B0E29-09E1-4FA0-B8F1-7C96E02CFE35}" dt="2025-07-20T15:10:26.264" v="1080" actId="478"/>
          <ac:spMkLst>
            <pc:docMk/>
            <pc:sldMk cId="1468056353" sldId="264"/>
            <ac:spMk id="17" creationId="{05F55304-DB5B-841F-1A6F-AE3A1F150FBB}"/>
          </ac:spMkLst>
        </pc:spChg>
        <pc:spChg chg="add del mod">
          <ac:chgData name="Ali Syaugi Bilfagih" userId="5db62901-25c1-40f4-afcb-75977455cbb1" providerId="ADAL" clId="{DF5B0E29-09E1-4FA0-B8F1-7C96E02CFE35}" dt="2025-07-20T16:01:35.937" v="1616" actId="478"/>
          <ac:spMkLst>
            <pc:docMk/>
            <pc:sldMk cId="1468056353" sldId="264"/>
            <ac:spMk id="18" creationId="{26A25F9F-9DCA-E407-00E0-CA1291FDB97D}"/>
          </ac:spMkLst>
        </pc:spChg>
        <pc:spChg chg="add mod">
          <ac:chgData name="Ali Syaugi Bilfagih" userId="5db62901-25c1-40f4-afcb-75977455cbb1" providerId="ADAL" clId="{DF5B0E29-09E1-4FA0-B8F1-7C96E02CFE35}" dt="2025-07-20T16:03:04.801" v="1748" actId="1076"/>
          <ac:spMkLst>
            <pc:docMk/>
            <pc:sldMk cId="1468056353" sldId="264"/>
            <ac:spMk id="19" creationId="{1A15B4CA-6110-31E7-19B5-525E14DE6D7F}"/>
          </ac:spMkLst>
        </pc:spChg>
        <pc:graphicFrameChg chg="add mod">
          <ac:chgData name="Ali Syaugi Bilfagih" userId="5db62901-25c1-40f4-afcb-75977455cbb1" providerId="ADAL" clId="{DF5B0E29-09E1-4FA0-B8F1-7C96E02CFE35}" dt="2025-07-20T14:44:45.174" v="609"/>
          <ac:graphicFrameMkLst>
            <pc:docMk/>
            <pc:sldMk cId="1468056353" sldId="264"/>
            <ac:graphicFrameMk id="5" creationId="{2A735A91-3E7C-3C7C-B715-810C2004A851}"/>
          </ac:graphicFrameMkLst>
        </pc:graphicFrameChg>
        <pc:graphicFrameChg chg="add mod">
          <ac:chgData name="Ali Syaugi Bilfagih" userId="5db62901-25c1-40f4-afcb-75977455cbb1" providerId="ADAL" clId="{DF5B0E29-09E1-4FA0-B8F1-7C96E02CFE35}" dt="2025-07-20T14:44:47.144" v="611"/>
          <ac:graphicFrameMkLst>
            <pc:docMk/>
            <pc:sldMk cId="1468056353" sldId="264"/>
            <ac:graphicFrameMk id="7" creationId="{CA948334-E2BE-E012-EAB1-47084A8694B0}"/>
          </ac:graphicFrameMkLst>
        </pc:graphicFrameChg>
        <pc:graphicFrameChg chg="add mod modGraphic">
          <ac:chgData name="Ali Syaugi Bilfagih" userId="5db62901-25c1-40f4-afcb-75977455cbb1" providerId="ADAL" clId="{DF5B0E29-09E1-4FA0-B8F1-7C96E02CFE35}" dt="2025-07-20T15:27:11.543" v="1544" actId="14100"/>
          <ac:graphicFrameMkLst>
            <pc:docMk/>
            <pc:sldMk cId="1468056353" sldId="264"/>
            <ac:graphicFrameMk id="8" creationId="{4880B994-6363-D3FB-67E2-36238CF0A25A}"/>
          </ac:graphicFrameMkLst>
        </pc:graphicFrameChg>
        <pc:graphicFrameChg chg="add mod">
          <ac:chgData name="Ali Syaugi Bilfagih" userId="5db62901-25c1-40f4-afcb-75977455cbb1" providerId="ADAL" clId="{DF5B0E29-09E1-4FA0-B8F1-7C96E02CFE35}" dt="2025-07-20T14:46:13.738" v="632"/>
          <ac:graphicFrameMkLst>
            <pc:docMk/>
            <pc:sldMk cId="1468056353" sldId="264"/>
            <ac:graphicFrameMk id="9" creationId="{6983C971-8155-4EED-9B96-DFC476C7296B}"/>
          </ac:graphicFrameMkLst>
        </pc:graphicFrameChg>
        <pc:graphicFrameChg chg="add del mod modGraphic">
          <ac:chgData name="Ali Syaugi Bilfagih" userId="5db62901-25c1-40f4-afcb-75977455cbb1" providerId="ADAL" clId="{DF5B0E29-09E1-4FA0-B8F1-7C96E02CFE35}" dt="2025-07-20T15:09:52.221" v="1065" actId="478"/>
          <ac:graphicFrameMkLst>
            <pc:docMk/>
            <pc:sldMk cId="1468056353" sldId="264"/>
            <ac:graphicFrameMk id="10" creationId="{B1A91321-7E04-5479-9217-5E1B369AD9E8}"/>
          </ac:graphicFrameMkLst>
        </pc:graphicFrameChg>
        <pc:graphicFrameChg chg="add mod">
          <ac:chgData name="Ali Syaugi Bilfagih" userId="5db62901-25c1-40f4-afcb-75977455cbb1" providerId="ADAL" clId="{DF5B0E29-09E1-4FA0-B8F1-7C96E02CFE35}" dt="2025-07-20T14:46:54.298" v="634"/>
          <ac:graphicFrameMkLst>
            <pc:docMk/>
            <pc:sldMk cId="1468056353" sldId="264"/>
            <ac:graphicFrameMk id="11" creationId="{1CA9DE26-5513-5FEE-7EF0-19AE0340E9D3}"/>
          </ac:graphicFrameMkLst>
        </pc:graphicFrameChg>
        <pc:graphicFrameChg chg="add del mod modGraphic">
          <ac:chgData name="Ali Syaugi Bilfagih" userId="5db62901-25c1-40f4-afcb-75977455cbb1" providerId="ADAL" clId="{DF5B0E29-09E1-4FA0-B8F1-7C96E02CFE35}" dt="2025-07-20T15:09:52.221" v="1065" actId="478"/>
          <ac:graphicFrameMkLst>
            <pc:docMk/>
            <pc:sldMk cId="1468056353" sldId="264"/>
            <ac:graphicFrameMk id="12" creationId="{54A30FFE-A7A9-8F28-8781-8E288D0EBF8B}"/>
          </ac:graphicFrameMkLst>
        </pc:graphicFrameChg>
        <pc:picChg chg="add mod">
          <ac:chgData name="Ali Syaugi Bilfagih" userId="5db62901-25c1-40f4-afcb-75977455cbb1" providerId="ADAL" clId="{DF5B0E29-09E1-4FA0-B8F1-7C96E02CFE35}" dt="2025-07-20T13:24:42.585" v="423"/>
          <ac:picMkLst>
            <pc:docMk/>
            <pc:sldMk cId="1468056353" sldId="264"/>
            <ac:picMk id="4" creationId="{3E495A9A-DCA8-BFAD-6549-676781E3DFB5}"/>
          </ac:picMkLst>
        </pc:picChg>
        <pc:picChg chg="del">
          <ac:chgData name="Ali Syaugi Bilfagih" userId="5db62901-25c1-40f4-afcb-75977455cbb1" providerId="ADAL" clId="{DF5B0E29-09E1-4FA0-B8F1-7C96E02CFE35}" dt="2025-07-20T13:24:41.942" v="422" actId="478"/>
          <ac:picMkLst>
            <pc:docMk/>
            <pc:sldMk cId="1468056353" sldId="264"/>
            <ac:picMk id="5" creationId="{13E30AB2-2326-B5E9-ED08-ED0F10F8358F}"/>
          </ac:picMkLst>
        </pc:picChg>
        <pc:picChg chg="add mod">
          <ac:chgData name="Ali Syaugi Bilfagih" userId="5db62901-25c1-40f4-afcb-75977455cbb1" providerId="ADAL" clId="{DF5B0E29-09E1-4FA0-B8F1-7C96E02CFE35}" dt="2025-07-20T13:24:42.585" v="423"/>
          <ac:picMkLst>
            <pc:docMk/>
            <pc:sldMk cId="1468056353" sldId="264"/>
            <ac:picMk id="6" creationId="{F5AD8A41-09BC-C77E-2E4E-D52A05BCD948}"/>
          </ac:picMkLst>
        </pc:picChg>
      </pc:sldChg>
      <pc:sldChg chg="addSp modSp new mod">
        <pc:chgData name="Ali Syaugi Bilfagih" userId="5db62901-25c1-40f4-afcb-75977455cbb1" providerId="ADAL" clId="{DF5B0E29-09E1-4FA0-B8F1-7C96E02CFE35}" dt="2025-07-20T17:17:16.599" v="2259"/>
        <pc:sldMkLst>
          <pc:docMk/>
          <pc:sldMk cId="722835936" sldId="265"/>
        </pc:sldMkLst>
        <pc:spChg chg="mod">
          <ac:chgData name="Ali Syaugi Bilfagih" userId="5db62901-25c1-40f4-afcb-75977455cbb1" providerId="ADAL" clId="{DF5B0E29-09E1-4FA0-B8F1-7C96E02CFE35}" dt="2025-07-20T13:27:20.866" v="537" actId="20577"/>
          <ac:spMkLst>
            <pc:docMk/>
            <pc:sldMk cId="722835936" sldId="265"/>
            <ac:spMk id="2" creationId="{88A69AEA-80A1-2B54-3ED5-FA825770D962}"/>
          </ac:spMkLst>
        </pc:spChg>
        <pc:spChg chg="mod">
          <ac:chgData name="Ali Syaugi Bilfagih" userId="5db62901-25c1-40f4-afcb-75977455cbb1" providerId="ADAL" clId="{DF5B0E29-09E1-4FA0-B8F1-7C96E02CFE35}" dt="2025-07-20T16:13:06.603" v="2254" actId="20577"/>
          <ac:spMkLst>
            <pc:docMk/>
            <pc:sldMk cId="722835936" sldId="265"/>
            <ac:spMk id="3" creationId="{BFABF99B-0D3E-556B-7796-ED2387ED7853}"/>
          </ac:spMkLst>
        </pc:spChg>
        <pc:picChg chg="add mod">
          <ac:chgData name="Ali Syaugi Bilfagih" userId="5db62901-25c1-40f4-afcb-75977455cbb1" providerId="ADAL" clId="{DF5B0E29-09E1-4FA0-B8F1-7C96E02CFE35}" dt="2025-07-20T17:17:16.599" v="2259"/>
          <ac:picMkLst>
            <pc:docMk/>
            <pc:sldMk cId="722835936" sldId="265"/>
            <ac:picMk id="4" creationId="{19A11452-F9D1-FA8C-53D0-39AE45DDCDCF}"/>
          </ac:picMkLst>
        </pc:picChg>
        <pc:picChg chg="add mod">
          <ac:chgData name="Ali Syaugi Bilfagih" userId="5db62901-25c1-40f4-afcb-75977455cbb1" providerId="ADAL" clId="{DF5B0E29-09E1-4FA0-B8F1-7C96E02CFE35}" dt="2025-07-20T17:17:16.599" v="2259"/>
          <ac:picMkLst>
            <pc:docMk/>
            <pc:sldMk cId="722835936" sldId="265"/>
            <ac:picMk id="5" creationId="{A10CA631-C212-2778-45C5-939E7E7D4D25}"/>
          </ac:picMkLst>
        </pc:picChg>
      </pc:sldChg>
      <pc:sldChg chg="delSp modSp add mod">
        <pc:chgData name="Ali Syaugi Bilfagih" userId="5db62901-25c1-40f4-afcb-75977455cbb1" providerId="ADAL" clId="{DF5B0E29-09E1-4FA0-B8F1-7C96E02CFE35}" dt="2025-07-20T14:51:33.197" v="722" actId="1076"/>
        <pc:sldMkLst>
          <pc:docMk/>
          <pc:sldMk cId="1933595814" sldId="266"/>
        </pc:sldMkLst>
        <pc:picChg chg="del">
          <ac:chgData name="Ali Syaugi Bilfagih" userId="5db62901-25c1-40f4-afcb-75977455cbb1" providerId="ADAL" clId="{DF5B0E29-09E1-4FA0-B8F1-7C96E02CFE35}" dt="2025-07-20T14:51:28.942" v="719" actId="478"/>
          <ac:picMkLst>
            <pc:docMk/>
            <pc:sldMk cId="1933595814" sldId="266"/>
            <ac:picMk id="5" creationId="{89A348F3-3AD4-032A-94A6-A9F2E418A8F7}"/>
          </ac:picMkLst>
        </pc:picChg>
        <pc:picChg chg="mod">
          <ac:chgData name="Ali Syaugi Bilfagih" userId="5db62901-25c1-40f4-afcb-75977455cbb1" providerId="ADAL" clId="{DF5B0E29-09E1-4FA0-B8F1-7C96E02CFE35}" dt="2025-07-20T14:51:33.197" v="722" actId="1076"/>
          <ac:picMkLst>
            <pc:docMk/>
            <pc:sldMk cId="1933595814" sldId="266"/>
            <ac:picMk id="8" creationId="{2C8047B4-4C2C-0AF2-05E8-CD9DAF310FF2}"/>
          </ac:picMkLst>
        </pc:picChg>
      </pc:sldChg>
      <pc:sldChg chg="addSp modSp new mod">
        <pc:chgData name="Ali Syaugi Bilfagih" userId="5db62901-25c1-40f4-afcb-75977455cbb1" providerId="ADAL" clId="{DF5B0E29-09E1-4FA0-B8F1-7C96E02CFE35}" dt="2025-07-20T15:18:56.886" v="1189" actId="1035"/>
        <pc:sldMkLst>
          <pc:docMk/>
          <pc:sldMk cId="3133273595" sldId="267"/>
        </pc:sldMkLst>
        <pc:spChg chg="mod">
          <ac:chgData name="Ali Syaugi Bilfagih" userId="5db62901-25c1-40f4-afcb-75977455cbb1" providerId="ADAL" clId="{DF5B0E29-09E1-4FA0-B8F1-7C96E02CFE35}" dt="2025-07-20T15:01:08.546" v="942"/>
          <ac:spMkLst>
            <pc:docMk/>
            <pc:sldMk cId="3133273595" sldId="267"/>
            <ac:spMk id="2" creationId="{B09C7E5F-D818-1ACA-5971-B01DE90D0D10}"/>
          </ac:spMkLst>
        </pc:spChg>
        <pc:spChg chg="mod">
          <ac:chgData name="Ali Syaugi Bilfagih" userId="5db62901-25c1-40f4-afcb-75977455cbb1" providerId="ADAL" clId="{DF5B0E29-09E1-4FA0-B8F1-7C96E02CFE35}" dt="2025-07-20T15:18:56.886" v="1189" actId="1035"/>
          <ac:spMkLst>
            <pc:docMk/>
            <pc:sldMk cId="3133273595" sldId="267"/>
            <ac:spMk id="3" creationId="{2B1F34C1-5967-661E-01EB-A9F029297A4C}"/>
          </ac:spMkLst>
        </pc:spChg>
        <pc:picChg chg="add mod">
          <ac:chgData name="Ali Syaugi Bilfagih" userId="5db62901-25c1-40f4-afcb-75977455cbb1" providerId="ADAL" clId="{DF5B0E29-09E1-4FA0-B8F1-7C96E02CFE35}" dt="2025-07-20T15:01:31.527" v="945" actId="1076"/>
          <ac:picMkLst>
            <pc:docMk/>
            <pc:sldMk cId="3133273595" sldId="267"/>
            <ac:picMk id="5" creationId="{C680347F-B0E4-F5FF-7EEC-56C762C2AD03}"/>
          </ac:picMkLst>
        </pc:picChg>
      </pc:sldChg>
      <pc:sldChg chg="addSp modSp new mod">
        <pc:chgData name="Ali Syaugi Bilfagih" userId="5db62901-25c1-40f4-afcb-75977455cbb1" providerId="ADAL" clId="{DF5B0E29-09E1-4FA0-B8F1-7C96E02CFE35}" dt="2025-07-20T15:26:45.912" v="1541" actId="1076"/>
        <pc:sldMkLst>
          <pc:docMk/>
          <pc:sldMk cId="3607041263" sldId="268"/>
        </pc:sldMkLst>
        <pc:spChg chg="mod">
          <ac:chgData name="Ali Syaugi Bilfagih" userId="5db62901-25c1-40f4-afcb-75977455cbb1" providerId="ADAL" clId="{DF5B0E29-09E1-4FA0-B8F1-7C96E02CFE35}" dt="2025-07-20T15:21:56.079" v="1226" actId="20577"/>
          <ac:spMkLst>
            <pc:docMk/>
            <pc:sldMk cId="3607041263" sldId="268"/>
            <ac:spMk id="2" creationId="{CB5A8B42-E9E9-C5D2-8AD8-6AE2741185DE}"/>
          </ac:spMkLst>
        </pc:spChg>
        <pc:spChg chg="mod">
          <ac:chgData name="Ali Syaugi Bilfagih" userId="5db62901-25c1-40f4-afcb-75977455cbb1" providerId="ADAL" clId="{DF5B0E29-09E1-4FA0-B8F1-7C96E02CFE35}" dt="2025-07-20T15:26:02.357" v="1538" actId="20577"/>
          <ac:spMkLst>
            <pc:docMk/>
            <pc:sldMk cId="3607041263" sldId="268"/>
            <ac:spMk id="3" creationId="{B40ACFDB-ADF2-FD39-7CDB-5BB147E17576}"/>
          </ac:spMkLst>
        </pc:spChg>
        <pc:picChg chg="add mod">
          <ac:chgData name="Ali Syaugi Bilfagih" userId="5db62901-25c1-40f4-afcb-75977455cbb1" providerId="ADAL" clId="{DF5B0E29-09E1-4FA0-B8F1-7C96E02CFE35}" dt="2025-07-20T15:26:45.912" v="1541" actId="1076"/>
          <ac:picMkLst>
            <pc:docMk/>
            <pc:sldMk cId="3607041263" sldId="268"/>
            <ac:picMk id="3074" creationId="{385FCB64-B72B-A9A3-A33A-16C52A1403B5}"/>
          </ac:picMkLst>
        </pc:picChg>
      </pc:sldChg>
      <pc:sldChg chg="addSp modSp new mod setBg">
        <pc:chgData name="Ali Syaugi Bilfagih" userId="5db62901-25c1-40f4-afcb-75977455cbb1" providerId="ADAL" clId="{DF5B0E29-09E1-4FA0-B8F1-7C96E02CFE35}" dt="2025-07-20T16:11:45.024" v="2041" actId="26606"/>
        <pc:sldMkLst>
          <pc:docMk/>
          <pc:sldMk cId="1231858084" sldId="269"/>
        </pc:sldMkLst>
        <pc:spChg chg="mo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2" creationId="{976F56B5-7214-CF45-B6FF-83F8CE09348C}"/>
          </ac:spMkLst>
        </pc:spChg>
        <pc:spChg chg="ad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9" creationId="{6F5A5072-7B47-4D32-B52A-4EBBF590B8A5}"/>
          </ac:spMkLst>
        </pc:spChg>
        <pc:spChg chg="ad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11" creationId="{9715DAF0-AE1B-46C9-8A6B-DB2AA05AB91D}"/>
          </ac:spMkLst>
        </pc:spChg>
        <pc:spChg chg="ad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13" creationId="{6016219D-510E-4184-9090-6D5578A87BD1}"/>
          </ac:spMkLst>
        </pc:spChg>
        <pc:spChg chg="ad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15" creationId="{AFF4A713-7B75-4B21-90D7-5AB19547C728}"/>
          </ac:spMkLst>
        </pc:spChg>
        <pc:spChg chg="ad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17" creationId="{DC631C0B-6DA6-4E57-8231-CE32B3434A7E}"/>
          </ac:spMkLst>
        </pc:spChg>
        <pc:spChg chg="add">
          <ac:chgData name="Ali Syaugi Bilfagih" userId="5db62901-25c1-40f4-afcb-75977455cbb1" providerId="ADAL" clId="{DF5B0E29-09E1-4FA0-B8F1-7C96E02CFE35}" dt="2025-07-20T16:11:45.024" v="2041" actId="26606"/>
          <ac:spMkLst>
            <pc:docMk/>
            <pc:sldMk cId="1231858084" sldId="269"/>
            <ac:spMk id="19" creationId="{C29501E6-A978-4A61-9689-9085AF97A53A}"/>
          </ac:spMkLst>
        </pc:spChg>
        <pc:picChg chg="add mod">
          <ac:chgData name="Ali Syaugi Bilfagih" userId="5db62901-25c1-40f4-afcb-75977455cbb1" providerId="ADAL" clId="{DF5B0E29-09E1-4FA0-B8F1-7C96E02CFE35}" dt="2025-07-20T16:11:37.563" v="2040"/>
          <ac:picMkLst>
            <pc:docMk/>
            <pc:sldMk cId="1231858084" sldId="269"/>
            <ac:picMk id="3" creationId="{7160AD49-7D30-E964-6147-002DBD9C3C7B}"/>
          </ac:picMkLst>
        </pc:picChg>
        <pc:picChg chg="add mod">
          <ac:chgData name="Ali Syaugi Bilfagih" userId="5db62901-25c1-40f4-afcb-75977455cbb1" providerId="ADAL" clId="{DF5B0E29-09E1-4FA0-B8F1-7C96E02CFE35}" dt="2025-07-20T16:11:37.563" v="2040"/>
          <ac:picMkLst>
            <pc:docMk/>
            <pc:sldMk cId="1231858084" sldId="269"/>
            <ac:picMk id="4" creationId="{AD852955-3692-0935-ADA7-0E8CDA00B305}"/>
          </ac:picMkLst>
        </pc:picChg>
      </pc:sldChg>
      <pc:sldChg chg="new del">
        <pc:chgData name="Ali Syaugi Bilfagih" userId="5db62901-25c1-40f4-afcb-75977455cbb1" providerId="ADAL" clId="{DF5B0E29-09E1-4FA0-B8F1-7C96E02CFE35}" dt="2025-07-20T16:11:14.120" v="2026" actId="47"/>
        <pc:sldMkLst>
          <pc:docMk/>
          <pc:sldMk cId="3814885903" sldId="269"/>
        </pc:sldMkLst>
      </pc:sldChg>
      <pc:sldChg chg="addSp modSp new del">
        <pc:chgData name="Ali Syaugi Bilfagih" userId="5db62901-25c1-40f4-afcb-75977455cbb1" providerId="ADAL" clId="{DF5B0E29-09E1-4FA0-B8F1-7C96E02CFE35}" dt="2025-07-20T16:16:17.708" v="2258" actId="47"/>
        <pc:sldMkLst>
          <pc:docMk/>
          <pc:sldMk cId="3046061322" sldId="270"/>
        </pc:sldMkLst>
        <pc:picChg chg="add mod">
          <ac:chgData name="Ali Syaugi Bilfagih" userId="5db62901-25c1-40f4-afcb-75977455cbb1" providerId="ADAL" clId="{DF5B0E29-09E1-4FA0-B8F1-7C96E02CFE35}" dt="2025-07-20T16:15:47.482" v="2257"/>
          <ac:picMkLst>
            <pc:docMk/>
            <pc:sldMk cId="3046061322" sldId="270"/>
            <ac:picMk id="4" creationId="{00E67CFB-301D-9C71-5FE5-C5B23D1D010C}"/>
          </ac:picMkLst>
        </pc:picChg>
        <pc:picChg chg="add mod">
          <ac:chgData name="Ali Syaugi Bilfagih" userId="5db62901-25c1-40f4-afcb-75977455cbb1" providerId="ADAL" clId="{DF5B0E29-09E1-4FA0-B8F1-7C96E02CFE35}" dt="2025-07-20T16:15:47.482" v="2257"/>
          <ac:picMkLst>
            <pc:docMk/>
            <pc:sldMk cId="3046061322" sldId="270"/>
            <ac:picMk id="5" creationId="{31C0E250-7012-1C22-A62E-957D99A0A523}"/>
          </ac:picMkLst>
        </pc:picChg>
      </pc:sldChg>
    </pc:docChg>
  </pc:docChgLst>
  <pc:docChgLst>
    <pc:chgData name="Ali Syaugi Bilfagih" userId="5db62901-25c1-40f4-afcb-75977455cbb1" providerId="ADAL" clId="{7B5A5A2E-E171-4E7C-82EA-E3FE52BC4DE2}"/>
    <pc:docChg chg="undo custSel modSld">
      <pc:chgData name="Ali Syaugi Bilfagih" userId="5db62901-25c1-40f4-afcb-75977455cbb1" providerId="ADAL" clId="{7B5A5A2E-E171-4E7C-82EA-E3FE52BC4DE2}" dt="2025-06-21T07:46:27.928" v="1469" actId="20577"/>
      <pc:docMkLst>
        <pc:docMk/>
      </pc:docMkLst>
      <pc:sldChg chg="addSp delSp modSp mod">
        <pc:chgData name="Ali Syaugi Bilfagih" userId="5db62901-25c1-40f4-afcb-75977455cbb1" providerId="ADAL" clId="{7B5A5A2E-E171-4E7C-82EA-E3FE52BC4DE2}" dt="2025-05-19T16:39:24.925" v="1338" actId="14100"/>
        <pc:sldMkLst>
          <pc:docMk/>
          <pc:sldMk cId="3254923870" sldId="256"/>
        </pc:sldMkLst>
        <pc:spChg chg="mod">
          <ac:chgData name="Ali Syaugi Bilfagih" userId="5db62901-25c1-40f4-afcb-75977455cbb1" providerId="ADAL" clId="{7B5A5A2E-E171-4E7C-82EA-E3FE52BC4DE2}" dt="2025-05-19T16:39:24.925" v="1338" actId="14100"/>
          <ac:spMkLst>
            <pc:docMk/>
            <pc:sldMk cId="3254923870" sldId="256"/>
            <ac:spMk id="2" creationId="{F55FFD81-B71F-5E3D-0611-0C26B4D4AC95}"/>
          </ac:spMkLst>
        </pc:spChg>
        <pc:spChg chg="mod">
          <ac:chgData name="Ali Syaugi Bilfagih" userId="5db62901-25c1-40f4-afcb-75977455cbb1" providerId="ADAL" clId="{7B5A5A2E-E171-4E7C-82EA-E3FE52BC4DE2}" dt="2025-05-14T14:58:08.329" v="738" actId="26606"/>
          <ac:spMkLst>
            <pc:docMk/>
            <pc:sldMk cId="3254923870" sldId="256"/>
            <ac:spMk id="3" creationId="{A1DD27F9-3769-E8B1-4D99-857C5025687B}"/>
          </ac:spMkLst>
        </pc:spChg>
        <pc:spChg chg="add">
          <ac:chgData name="Ali Syaugi Bilfagih" userId="5db62901-25c1-40f4-afcb-75977455cbb1" providerId="ADAL" clId="{7B5A5A2E-E171-4E7C-82EA-E3FE52BC4DE2}" dt="2025-05-14T14:58:08.329" v="738" actId="26606"/>
          <ac:spMkLst>
            <pc:docMk/>
            <pc:sldMk cId="3254923870" sldId="256"/>
            <ac:spMk id="2055" creationId="{F0A604E4-7307-451C-93BE-F1F7E1BF3BF8}"/>
          </ac:spMkLst>
        </pc:spChg>
        <pc:spChg chg="add">
          <ac:chgData name="Ali Syaugi Bilfagih" userId="5db62901-25c1-40f4-afcb-75977455cbb1" providerId="ADAL" clId="{7B5A5A2E-E171-4E7C-82EA-E3FE52BC4DE2}" dt="2025-05-14T14:58:08.329" v="738" actId="26606"/>
          <ac:spMkLst>
            <pc:docMk/>
            <pc:sldMk cId="3254923870" sldId="256"/>
            <ac:spMk id="2057" creationId="{F7F3A0AA-35E5-4085-942B-737839030604}"/>
          </ac:spMkLst>
        </pc:spChg>
        <pc:spChg chg="add">
          <ac:chgData name="Ali Syaugi Bilfagih" userId="5db62901-25c1-40f4-afcb-75977455cbb1" providerId="ADAL" clId="{7B5A5A2E-E171-4E7C-82EA-E3FE52BC4DE2}" dt="2025-05-14T14:58:08.329" v="738" actId="26606"/>
          <ac:spMkLst>
            <pc:docMk/>
            <pc:sldMk cId="3254923870" sldId="256"/>
            <ac:spMk id="2061" creationId="{E37EECFC-A684-4391-AE85-4CDAF5565F61}"/>
          </ac:spMkLst>
        </pc:spChg>
        <pc:picChg chg="add mod">
          <ac:chgData name="Ali Syaugi Bilfagih" userId="5db62901-25c1-40f4-afcb-75977455cbb1" providerId="ADAL" clId="{7B5A5A2E-E171-4E7C-82EA-E3FE52BC4DE2}" dt="2025-05-19T16:25:57.533" v="1286" actId="1076"/>
          <ac:picMkLst>
            <pc:docMk/>
            <pc:sldMk cId="3254923870" sldId="256"/>
            <ac:picMk id="4" creationId="{85054967-F7CE-2B1E-F3E4-CBB9094DB217}"/>
          </ac:picMkLst>
        </pc:picChg>
        <pc:picChg chg="add mod">
          <ac:chgData name="Ali Syaugi Bilfagih" userId="5db62901-25c1-40f4-afcb-75977455cbb1" providerId="ADAL" clId="{7B5A5A2E-E171-4E7C-82EA-E3FE52BC4DE2}" dt="2025-05-19T16:25:59.704" v="1287" actId="1076"/>
          <ac:picMkLst>
            <pc:docMk/>
            <pc:sldMk cId="3254923870" sldId="256"/>
            <ac:picMk id="5" creationId="{67EF49CF-17C0-8EC7-993D-FDE4763422CA}"/>
          </ac:picMkLst>
        </pc:picChg>
      </pc:sldChg>
      <pc:sldChg chg="addSp delSp modSp mod modNotesTx">
        <pc:chgData name="Ali Syaugi Bilfagih" userId="5db62901-25c1-40f4-afcb-75977455cbb1" providerId="ADAL" clId="{7B5A5A2E-E171-4E7C-82EA-E3FE52BC4DE2}" dt="2025-06-21T07:46:27.928" v="1469" actId="20577"/>
        <pc:sldMkLst>
          <pc:docMk/>
          <pc:sldMk cId="1570162402" sldId="257"/>
        </pc:sldMkLst>
        <pc:spChg chg="mod">
          <ac:chgData name="Ali Syaugi Bilfagih" userId="5db62901-25c1-40f4-afcb-75977455cbb1" providerId="ADAL" clId="{7B5A5A2E-E171-4E7C-82EA-E3FE52BC4DE2}" dt="2025-06-21T07:46:27.928" v="1469" actId="20577"/>
          <ac:spMkLst>
            <pc:docMk/>
            <pc:sldMk cId="1570162402" sldId="257"/>
            <ac:spMk id="3" creationId="{57BB6649-4CCF-AA99-36BC-1F6590F51FE5}"/>
          </ac:spMkLst>
        </pc:spChg>
        <pc:picChg chg="add mod">
          <ac:chgData name="Ali Syaugi Bilfagih" userId="5db62901-25c1-40f4-afcb-75977455cbb1" providerId="ADAL" clId="{7B5A5A2E-E171-4E7C-82EA-E3FE52BC4DE2}" dt="2025-05-19T16:26:10.466" v="1289" actId="1076"/>
          <ac:picMkLst>
            <pc:docMk/>
            <pc:sldMk cId="1570162402" sldId="257"/>
            <ac:picMk id="6" creationId="{48E66029-D9A0-7959-D033-5E178CD4CCA8}"/>
          </ac:picMkLst>
        </pc:picChg>
      </pc:sldChg>
      <pc:sldChg chg="addSp delSp modSp mod">
        <pc:chgData name="Ali Syaugi Bilfagih" userId="5db62901-25c1-40f4-afcb-75977455cbb1" providerId="ADAL" clId="{7B5A5A2E-E171-4E7C-82EA-E3FE52BC4DE2}" dt="2025-05-22T13:15:24.533" v="1399" actId="22"/>
        <pc:sldMkLst>
          <pc:docMk/>
          <pc:sldMk cId="3464104936" sldId="258"/>
        </pc:sldMkLst>
        <pc:spChg chg="mod">
          <ac:chgData name="Ali Syaugi Bilfagih" userId="5db62901-25c1-40f4-afcb-75977455cbb1" providerId="ADAL" clId="{7B5A5A2E-E171-4E7C-82EA-E3FE52BC4DE2}" dt="2025-05-19T16:37:03.804" v="1330" actId="27636"/>
          <ac:spMkLst>
            <pc:docMk/>
            <pc:sldMk cId="3464104936" sldId="258"/>
            <ac:spMk id="3" creationId="{542BB941-24FF-3B61-4AF6-8F76A705375A}"/>
          </ac:spMkLst>
        </pc:spChg>
        <pc:picChg chg="add mod">
          <ac:chgData name="Ali Syaugi Bilfagih" userId="5db62901-25c1-40f4-afcb-75977455cbb1" providerId="ADAL" clId="{7B5A5A2E-E171-4E7C-82EA-E3FE52BC4DE2}" dt="2025-05-22T13:15:21.667" v="1392" actId="1076"/>
          <ac:picMkLst>
            <pc:docMk/>
            <pc:sldMk cId="3464104936" sldId="258"/>
            <ac:picMk id="5" creationId="{5D7901C8-3CE2-988A-27B0-B42DD7537F8A}"/>
          </ac:picMkLst>
        </pc:picChg>
        <pc:picChg chg="add mod">
          <ac:chgData name="Ali Syaugi Bilfagih" userId="5db62901-25c1-40f4-afcb-75977455cbb1" providerId="ADAL" clId="{7B5A5A2E-E171-4E7C-82EA-E3FE52BC4DE2}" dt="2025-05-22T13:15:22.746" v="1395" actId="1076"/>
          <ac:picMkLst>
            <pc:docMk/>
            <pc:sldMk cId="3464104936" sldId="258"/>
            <ac:picMk id="1026" creationId="{F53E81D9-2768-A773-EADF-7A29AA8ECF2A}"/>
          </ac:picMkLst>
        </pc:picChg>
      </pc:sldChg>
      <pc:sldChg chg="modSp mod">
        <pc:chgData name="Ali Syaugi Bilfagih" userId="5db62901-25c1-40f4-afcb-75977455cbb1" providerId="ADAL" clId="{7B5A5A2E-E171-4E7C-82EA-E3FE52BC4DE2}" dt="2025-05-22T13:09:09.002" v="1375" actId="114"/>
        <pc:sldMkLst>
          <pc:docMk/>
          <pc:sldMk cId="2228350464" sldId="259"/>
        </pc:sldMkLst>
        <pc:spChg chg="mod">
          <ac:chgData name="Ali Syaugi Bilfagih" userId="5db62901-25c1-40f4-afcb-75977455cbb1" providerId="ADAL" clId="{7B5A5A2E-E171-4E7C-82EA-E3FE52BC4DE2}" dt="2025-05-22T13:09:09.002" v="1375" actId="114"/>
          <ac:spMkLst>
            <pc:docMk/>
            <pc:sldMk cId="2228350464" sldId="259"/>
            <ac:spMk id="3" creationId="{D8F66DFB-E8D5-B612-E752-B41CF1D11106}"/>
          </ac:spMkLst>
        </pc:spChg>
      </pc:sldChg>
    </pc:docChg>
  </pc:docChgLst>
  <pc:docChgLst>
    <pc:chgData name="Ali Syaugi Bilfagih" userId="5db62901-25c1-40f4-afcb-75977455cbb1" providerId="ADAL" clId="{BC44D3BC-2F4B-DB48-9A7D-29E08E0C70AE}"/>
    <pc:docChg chg="custSel modSld">
      <pc:chgData name="Ali Syaugi Bilfagih" userId="5db62901-25c1-40f4-afcb-75977455cbb1" providerId="ADAL" clId="{BC44D3BC-2F4B-DB48-9A7D-29E08E0C70AE}" dt="2025-05-22T08:13:55.559" v="206" actId="20577"/>
      <pc:docMkLst>
        <pc:docMk/>
      </pc:docMkLst>
      <pc:sldChg chg="modSp">
        <pc:chgData name="Ali Syaugi Bilfagih" userId="5db62901-25c1-40f4-afcb-75977455cbb1" providerId="ADAL" clId="{BC44D3BC-2F4B-DB48-9A7D-29E08E0C70AE}" dt="2025-05-22T08:13:55.559" v="206" actId="20577"/>
        <pc:sldMkLst>
          <pc:docMk/>
          <pc:sldMk cId="1570162402" sldId="257"/>
        </pc:sldMkLst>
        <pc:spChg chg="mod">
          <ac:chgData name="Ali Syaugi Bilfagih" userId="5db62901-25c1-40f4-afcb-75977455cbb1" providerId="ADAL" clId="{BC44D3BC-2F4B-DB48-9A7D-29E08E0C70AE}" dt="2025-05-22T08:13:55.559" v="206" actId="20577"/>
          <ac:spMkLst>
            <pc:docMk/>
            <pc:sldMk cId="1570162402" sldId="257"/>
            <ac:spMk id="3" creationId="{57BB6649-4CCF-AA99-36BC-1F6590F51FE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2T07:35:5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2T07:36:1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5DC3C-1382-44F7-83A7-4229BEE8A4F8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550D6-DD7A-42F2-AF1D-9DC925778B2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819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Benefit? Motion planning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550D6-DD7A-42F2-AF1D-9DC925778B27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9047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550D6-DD7A-42F2-AF1D-9DC925778B27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0419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550D6-DD7A-42F2-AF1D-9DC925778B27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287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BC8A-70E5-486E-7F01-A9C58A489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EC3DE-6070-8393-A672-B24D88114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D8DCA-2AA9-E824-93D2-E3CC16FD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F36C-B3E0-2197-1319-1BB295CC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464FD-9A72-C0EF-89BF-1FA17D26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25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C295-F45C-E66B-F33A-6DE3431D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14F12-75E2-C0D2-3922-0BBFE5A5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7FD3-5E9D-E8BB-8E79-61C67937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2B27C-64B0-24C8-92E8-276C8CA8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8171B-1FE7-AE5C-43A6-C9AF4A76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26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79A8-7640-F569-C43C-76930827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93AB-2933-E2A9-3123-642EC6BC9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478C1-3F87-6487-1EAF-C581363F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46521-12F5-7D4C-D5C0-BF6D75DD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6930-9DA9-F6E9-D026-21D513C7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2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A48F-13A9-ED53-93EF-5FE6B21D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FE41-32EF-50EF-1A8F-443315F4F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80918-3B9E-9019-B469-576BFC8B9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1DBA5-BCC1-27EA-CB41-87749B9C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FD97B-4230-6AE5-5EF6-450CF9C0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9A8EB-49ED-1429-A326-2E4BE463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706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BA44-18BB-463D-659A-3078FFD1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B570D-3B64-5562-9C48-1D019E5F2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E66A7-2F2B-798C-B880-2F4B71F0A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F886C-A2B9-63E9-AAB4-3AACB3602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BC582-EEE2-10D9-6D09-D8995F832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2A631-D36D-4615-0813-18D11B78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E8DFC-A4D7-BC3E-BDA9-8B0ACD2E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22936-BF40-732C-750D-A1108766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2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23D7-03E2-EC3E-F963-D94D2636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D0686-0B9B-3D72-F74F-8C9666BA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4721D-CCDC-16F2-9637-2F976BF2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D9D24-1FC5-E2CE-7CA0-59EFD634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520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541AE-18B6-4D62-6F99-813FD351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471FE-ABD0-EDD3-D858-23832D12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743C1-99E7-6139-9294-ECC93209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185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4D5D-9DC2-3B32-1C88-56D2C32A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956EC-62F8-B93F-40C2-391DFA9B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0A2BD-A003-81FD-E73B-AD1B454E5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726DD-B42D-2717-CE5E-AE18BE19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44B34-10D4-EAEB-AB7C-CEC0016D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FF87A-D002-6449-93E4-AA370A4E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139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8F23-A222-14AC-1025-D5DDC875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4EFE0-ECC2-6782-69F6-0BE37667F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15C3B-D945-3B67-B47D-7A7CDC245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1F68F-19D0-659D-16A6-6E48C4E0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7C94D-2FA5-9DF3-4097-263A8FA1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57034-7146-12FF-FADF-56ACDA64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603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A4D25-E6A7-6B47-CCEA-DB47B2F6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D2FCC-B472-6D8C-4374-420C39D01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0082F-F107-18F4-FA24-28129406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A0AD5-A302-CB90-5B92-9E7C35DE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20FF-2B1D-893E-7FB5-54BEA6EE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71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950D1-9B32-5D88-1C80-A578E9C24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6A15F-1F53-531F-5681-6A6641D37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35990-FAE4-2D11-A212-0C3A0C90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D0CF-DF87-6F4A-EA5C-95596381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0092D-013A-3707-94BE-10C22E67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286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CE239-BDC8-8F5C-2043-B297B600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60BFB-7FA1-820C-2218-F9450A5FA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B6B04-583B-7BFC-109E-793E109DB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AE803-FC7E-48C9-AB89-F6D9618C0EC2}" type="datetimeFigureOut">
              <a:rPr lang="en-ID" smtClean="0"/>
              <a:t>20/07/2025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5DFF5-A697-B2E1-AFB6-F6555A062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8D83E-196A-C393-EDF5-47A4B4370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FE458-3E1E-4E12-AD9E-B82CE9BFDC1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037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github.com/ContinuumRoboticsLab/CRL-Dataset-CTCR-Pose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5" Type="http://schemas.openxmlformats.org/officeDocument/2006/relationships/image" Target="../media/image30.png"/><Relationship Id="rId10" Type="http://schemas.openxmlformats.org/officeDocument/2006/relationships/image" Target="../media/image4.svg"/><Relationship Id="rId4" Type="http://schemas.openxmlformats.org/officeDocument/2006/relationships/customXml" Target="../ink/ink1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FFD81-B71F-5E3D-0611-0C26B4D4A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7415582" cy="115920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Data-Driven Forward Kinematics Modeling of Concentric Tube Continuum Robot</a:t>
            </a:r>
            <a:endParaRPr lang="en-ID" sz="37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D27F9-3769-E8B1-4D99-857C50256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100">
                <a:solidFill>
                  <a:srgbClr val="FFFFFF"/>
                </a:solidFill>
              </a:rPr>
              <a:t>Ali Syaugi Bilfagih</a:t>
            </a:r>
          </a:p>
          <a:p>
            <a:pPr algn="l"/>
            <a:r>
              <a:rPr lang="en-US" sz="1100">
                <a:solidFill>
                  <a:srgbClr val="FFFFFF"/>
                </a:solidFill>
              </a:rPr>
              <a:t>Bionics Engineering</a:t>
            </a:r>
          </a:p>
          <a:p>
            <a:pPr algn="l"/>
            <a:r>
              <a:rPr lang="en-US" sz="1100">
                <a:solidFill>
                  <a:srgbClr val="FFFFFF"/>
                </a:solidFill>
              </a:rPr>
              <a:t>2024/2025</a:t>
            </a:r>
            <a:endParaRPr lang="en-ID" sz="1100">
              <a:solidFill>
                <a:srgbClr val="FFFFFF"/>
              </a:solidFill>
            </a:endParaRPr>
          </a:p>
        </p:txBody>
      </p:sp>
      <p:pic>
        <p:nvPicPr>
          <p:cNvPr id="4" name="Picture 2" descr="Continuum Robots for Surgical Systems / Continuum Robotics Labratory">
            <a:extLst>
              <a:ext uri="{FF2B5EF4-FFF2-40B4-BE49-F238E27FC236}">
                <a16:creationId xmlns:a16="http://schemas.microsoft.com/office/drawing/2014/main" id="{85054967-F7CE-2B1E-F3E4-CBB9094DB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51" y="702285"/>
            <a:ext cx="6481554" cy="39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tube&#10;&#10;AI-generated content may be incorrect.">
            <a:extLst>
              <a:ext uri="{FF2B5EF4-FFF2-40B4-BE49-F238E27FC236}">
                <a16:creationId xmlns:a16="http://schemas.microsoft.com/office/drawing/2014/main" id="{67EF49CF-17C0-8EC7-993D-FDE476342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7" t="11693" r="10933" b="13283"/>
          <a:stretch/>
        </p:blipFill>
        <p:spPr>
          <a:xfrm>
            <a:off x="7220297" y="1529607"/>
            <a:ext cx="4843112" cy="261896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7E77C97-656C-93DA-6EA2-7FCD23FFA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445" y="286579"/>
            <a:ext cx="415706" cy="415706"/>
          </a:xfrm>
          <a:prstGeom prst="rect">
            <a:avLst/>
          </a:prstGeom>
        </p:spPr>
      </p:pic>
      <p:pic>
        <p:nvPicPr>
          <p:cNvPr id="7" name="Picture 6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CCBDC303-262F-B830-0B98-0F8D601F2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4223" y="281594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2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3D0F-A967-3539-3CCC-DDE69949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C6118-F754-12DA-6BCA-A764B4FC4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Description</a:t>
            </a:r>
          </a:p>
          <a:p>
            <a:r>
              <a:rPr lang="en-US" dirty="0"/>
              <a:t>Dataset Description</a:t>
            </a:r>
          </a:p>
          <a:p>
            <a:r>
              <a:rPr lang="en-US" dirty="0"/>
              <a:t>Exploratory Data Analysis</a:t>
            </a:r>
          </a:p>
          <a:p>
            <a:r>
              <a:rPr lang="en-US" dirty="0"/>
              <a:t>Train-Test Split</a:t>
            </a:r>
          </a:p>
          <a:p>
            <a:r>
              <a:rPr lang="en-US" dirty="0"/>
              <a:t>Cross-Validation and Hyperparameter Tuning</a:t>
            </a:r>
          </a:p>
          <a:p>
            <a:r>
              <a:rPr lang="en-US" dirty="0"/>
              <a:t>Model Comparison and Evaluation</a:t>
            </a:r>
          </a:p>
          <a:p>
            <a:r>
              <a:rPr lang="en-US" dirty="0"/>
              <a:t>Conclusion</a:t>
            </a:r>
            <a:endParaRPr lang="en-ID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E85F17-499D-AB92-2278-05E53D77C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626" y="6181948"/>
            <a:ext cx="415706" cy="415706"/>
          </a:xfrm>
          <a:prstGeom prst="rect">
            <a:avLst/>
          </a:prstGeom>
        </p:spPr>
      </p:pic>
      <p:pic>
        <p:nvPicPr>
          <p:cNvPr id="5" name="Picture 4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7D73C504-DD71-4866-DAE4-E955CAAD4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404" y="6176963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5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733C-8D00-D214-3D73-B3F39FDC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B6649-4CCF-AA99-36BC-1F6590F51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761"/>
            <a:ext cx="6487160" cy="4351338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Continuum Robots are a type of robot which is characterized by its absence of rigid-links and joint and continuous appearance.</a:t>
            </a:r>
          </a:p>
          <a:p>
            <a:pPr algn="just"/>
            <a:r>
              <a:rPr lang="en-US" sz="1600" dirty="0"/>
              <a:t>Among types of Continuum Robots, Concentric Tube refers to the mechanism which utilizes curved multi-tube catheter structures.</a:t>
            </a:r>
          </a:p>
          <a:p>
            <a:pPr algn="just"/>
            <a:r>
              <a:rPr lang="id-ID" sz="1600" b="1" dirty="0" err="1"/>
              <a:t>Difficulties</a:t>
            </a:r>
            <a:r>
              <a:rPr lang="id-ID" sz="1600" b="1" dirty="0"/>
              <a:t> </a:t>
            </a:r>
            <a:r>
              <a:rPr lang="id-ID" sz="1600" b="1" dirty="0" err="1"/>
              <a:t>to</a:t>
            </a:r>
            <a:r>
              <a:rPr lang="id-ID" sz="1600" b="1" dirty="0"/>
              <a:t> model </a:t>
            </a:r>
            <a:r>
              <a:rPr lang="en-US" sz="1600" dirty="0"/>
              <a:t>Concentric Tube Continuum Robot Forward Kinematics</a:t>
            </a:r>
            <a:r>
              <a:rPr lang="id-ID" sz="1600" dirty="0"/>
              <a:t> </a:t>
            </a:r>
            <a:r>
              <a:rPr lang="id-ID" sz="1600" dirty="0" err="1"/>
              <a:t>using</a:t>
            </a:r>
            <a:r>
              <a:rPr lang="id-ID" sz="1600" dirty="0"/>
              <a:t> </a:t>
            </a:r>
            <a:r>
              <a:rPr lang="id-ID" sz="1600" dirty="0" err="1"/>
              <a:t>traditional</a:t>
            </a:r>
            <a:r>
              <a:rPr lang="id-ID" sz="1600" dirty="0"/>
              <a:t> </a:t>
            </a:r>
            <a:r>
              <a:rPr lang="id-ID" sz="1600" dirty="0" err="1"/>
              <a:t>physical</a:t>
            </a:r>
            <a:r>
              <a:rPr lang="id-ID" sz="1600" dirty="0"/>
              <a:t> </a:t>
            </a:r>
            <a:r>
              <a:rPr lang="id-ID" sz="1600" dirty="0" err="1"/>
              <a:t>based</a:t>
            </a:r>
            <a:r>
              <a:rPr lang="id-ID" sz="1600" dirty="0"/>
              <a:t> </a:t>
            </a:r>
            <a:r>
              <a:rPr lang="id-ID" sz="1600" dirty="0" err="1"/>
              <a:t>approach</a:t>
            </a:r>
            <a:r>
              <a:rPr lang="id-ID" sz="1600" dirty="0"/>
              <a:t> </a:t>
            </a:r>
            <a:r>
              <a:rPr lang="id-ID" sz="1600" dirty="0" err="1"/>
              <a:t>due</a:t>
            </a:r>
            <a:r>
              <a:rPr lang="id-ID" sz="1600" dirty="0"/>
              <a:t> </a:t>
            </a:r>
            <a:r>
              <a:rPr lang="id-ID" sz="1600" dirty="0" err="1"/>
              <a:t>to</a:t>
            </a:r>
            <a:r>
              <a:rPr lang="id-ID" sz="1600" dirty="0"/>
              <a:t> </a:t>
            </a:r>
            <a:r>
              <a:rPr lang="id-ID" sz="1600" dirty="0" err="1"/>
              <a:t>its</a:t>
            </a:r>
            <a:r>
              <a:rPr lang="id-ID" sz="1600" dirty="0"/>
              <a:t> </a:t>
            </a:r>
            <a:r>
              <a:rPr lang="id-ID" sz="1600" b="1" dirty="0"/>
              <a:t>non</a:t>
            </a:r>
            <a:r>
              <a:rPr lang="en-US" sz="1600" b="1" dirty="0"/>
              <a:t>-linearity </a:t>
            </a:r>
            <a:r>
              <a:rPr lang="en-US" sz="1600" b="1" dirty="0" err="1"/>
              <a:t>behaviour</a:t>
            </a:r>
            <a:r>
              <a:rPr lang="en-US" sz="1600" b="1" dirty="0"/>
              <a:t> of elastic interactions between the flexible tubes</a:t>
            </a:r>
            <a:r>
              <a:rPr lang="en-US" sz="1600" dirty="0"/>
              <a:t>.</a:t>
            </a:r>
          </a:p>
          <a:p>
            <a:pPr algn="just"/>
            <a:r>
              <a:rPr lang="en-US" sz="1600" dirty="0"/>
              <a:t>Data-driven approach</a:t>
            </a:r>
            <a:r>
              <a:rPr lang="id-ID" sz="1600" dirty="0"/>
              <a:t> </a:t>
            </a:r>
            <a:r>
              <a:rPr lang="en-US" sz="1600" dirty="0"/>
              <a:t>can be utilized to be an alternative method</a:t>
            </a:r>
            <a:r>
              <a:rPr lang="id-ID" sz="1600" dirty="0"/>
              <a:t>, </a:t>
            </a:r>
            <a:r>
              <a:rPr lang="id-ID" sz="1600" dirty="0" err="1"/>
              <a:t>thus</a:t>
            </a:r>
            <a:r>
              <a:rPr lang="id-ID" sz="1600" dirty="0"/>
              <a:t> a </a:t>
            </a:r>
            <a:r>
              <a:rPr lang="en-US" sz="1600" dirty="0"/>
              <a:t>smaller error </a:t>
            </a:r>
            <a:r>
              <a:rPr lang="id-ID" sz="1600" dirty="0" err="1"/>
              <a:t>motion</a:t>
            </a:r>
            <a:r>
              <a:rPr lang="id-ID" sz="1600" dirty="0"/>
              <a:t> </a:t>
            </a:r>
            <a:r>
              <a:rPr lang="id-ID" sz="1600" dirty="0" err="1"/>
              <a:t>could</a:t>
            </a:r>
            <a:r>
              <a:rPr lang="id-ID" sz="1600" dirty="0"/>
              <a:t> </a:t>
            </a:r>
            <a:r>
              <a:rPr lang="id-ID" sz="1600" dirty="0" err="1"/>
              <a:t>be</a:t>
            </a:r>
            <a:r>
              <a:rPr lang="id-ID" sz="1600" dirty="0"/>
              <a:t> </a:t>
            </a:r>
            <a:r>
              <a:rPr lang="id-ID" sz="1600" dirty="0" err="1"/>
              <a:t>achieved</a:t>
            </a:r>
            <a:r>
              <a:rPr lang="id-ID" sz="1600" dirty="0"/>
              <a:t>.</a:t>
            </a:r>
            <a:endParaRPr lang="en-US" sz="1600" dirty="0"/>
          </a:p>
          <a:p>
            <a:pPr algn="just"/>
            <a:r>
              <a:rPr lang="en-US" sz="1600" dirty="0"/>
              <a:t>Techniques:</a:t>
            </a:r>
          </a:p>
          <a:p>
            <a:pPr lvl="1" algn="just"/>
            <a:r>
              <a:rPr lang="en-US" sz="1600" dirty="0"/>
              <a:t>Linear Regression</a:t>
            </a:r>
          </a:p>
          <a:p>
            <a:pPr lvl="1" algn="just"/>
            <a:r>
              <a:rPr lang="en-US" sz="1600" dirty="0"/>
              <a:t>Random Forest</a:t>
            </a:r>
            <a:r>
              <a:rPr lang="id-ID" sz="1600" dirty="0"/>
              <a:t> </a:t>
            </a:r>
            <a:r>
              <a:rPr lang="id-ID" sz="1600" dirty="0" err="1"/>
              <a:t>Regression</a:t>
            </a:r>
            <a:endParaRPr lang="en-US" sz="1600" dirty="0"/>
          </a:p>
          <a:p>
            <a:pPr lvl="1" algn="just"/>
            <a:r>
              <a:rPr lang="en-US" sz="1600" dirty="0"/>
              <a:t>Extra Trees Regression</a:t>
            </a:r>
          </a:p>
          <a:p>
            <a:pPr lvl="2" algn="just"/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66029-D9A0-7959-D033-5E178CD4C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226" y="1066965"/>
            <a:ext cx="4511431" cy="542591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91A2B8A-4F41-573B-E8E1-77C75EA23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8891" y="6423961"/>
            <a:ext cx="415706" cy="415706"/>
          </a:xfrm>
          <a:prstGeom prst="rect">
            <a:avLst/>
          </a:prstGeom>
        </p:spPr>
      </p:pic>
      <p:pic>
        <p:nvPicPr>
          <p:cNvPr id="5" name="Picture 4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82CD7873-795F-789B-4D69-08514A70C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3669" y="6418976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6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89EC-FC58-831F-6409-C05336F2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Dataset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B941-24FF-3B61-4AF6-8F76A70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82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Dataset Source: </a:t>
            </a:r>
            <a:r>
              <a:rPr lang="en-US" dirty="0">
                <a:hlinkClick r:id="rId3"/>
              </a:rPr>
              <a:t>https://github.com/ContinuumRoboticsLab/CRL-Dataset-CTCR-Pose</a:t>
            </a:r>
            <a:endParaRPr lang="en-US" dirty="0"/>
          </a:p>
          <a:p>
            <a:r>
              <a:rPr lang="en-US" dirty="0"/>
              <a:t>Dataset 40 column and 100000 row</a:t>
            </a:r>
          </a:p>
          <a:p>
            <a:pPr lvl="1"/>
            <a:r>
              <a:rPr lang="en-US" dirty="0"/>
              <a:t>six absolute joint values</a:t>
            </a:r>
          </a:p>
          <a:p>
            <a:pPr lvl="1"/>
            <a:r>
              <a:rPr lang="en-US" dirty="0"/>
              <a:t>six relative joint values</a:t>
            </a:r>
          </a:p>
          <a:p>
            <a:pPr lvl="1"/>
            <a:r>
              <a:rPr lang="en-US" dirty="0"/>
              <a:t>pose of the base</a:t>
            </a:r>
          </a:p>
          <a:p>
            <a:pPr lvl="1"/>
            <a:r>
              <a:rPr lang="en-US" dirty="0"/>
              <a:t>pose of the proximal sensor attached to the outermost tube</a:t>
            </a:r>
          </a:p>
          <a:p>
            <a:pPr lvl="1"/>
            <a:r>
              <a:rPr lang="en-US" dirty="0"/>
              <a:t>pose of the sensor attached to the middle tube</a:t>
            </a:r>
          </a:p>
          <a:p>
            <a:pPr lvl="1"/>
            <a:r>
              <a:rPr lang="en-US" dirty="0"/>
              <a:t>pose of the distal sensor attached to the most inner tube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8C56E942-64B0-71F4-9DC5-60034ED4D270}"/>
                  </a:ext>
                </a:extLst>
              </p14:cNvPr>
              <p14:cNvContentPartPr/>
              <p14:nvPr/>
            </p14:nvContentPartPr>
            <p14:xfrm>
              <a:off x="10479667" y="2143001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8C56E942-64B0-71F4-9DC5-60034ED4D2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70667" y="21340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EB31B91B-030B-DBAD-5FB4-0D88CFC7FFF4}"/>
                  </a:ext>
                </a:extLst>
              </p14:cNvPr>
              <p14:cNvContentPartPr/>
              <p14:nvPr/>
            </p14:nvContentPartPr>
            <p14:xfrm>
              <a:off x="9793867" y="3128681"/>
              <a:ext cx="360" cy="36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EB31B91B-030B-DBAD-5FB4-0D88CFC7FF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84867" y="311968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F53E81D9-2768-A773-EADF-7A29AA8EC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414" y="1228142"/>
            <a:ext cx="5270093" cy="89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901C8-3CE2-988A-27B0-B42DD7537F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7123" y="2271211"/>
            <a:ext cx="3628674" cy="398163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9D55461-6065-D892-38C9-1310AC22EF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0874" y="6356150"/>
            <a:ext cx="415706" cy="415706"/>
          </a:xfrm>
          <a:prstGeom prst="rect">
            <a:avLst/>
          </a:prstGeom>
        </p:spPr>
      </p:pic>
      <p:pic>
        <p:nvPicPr>
          <p:cNvPr id="6" name="Picture 5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42E05FDD-850D-798C-5433-ECE8810943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5652" y="6351165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0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792A-6E52-88B9-2B86-49497627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6911-CECA-53CC-8020-9A280C956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94" y="2526597"/>
            <a:ext cx="5414006" cy="2854530"/>
          </a:xfrm>
        </p:spPr>
        <p:txBody>
          <a:bodyPr>
            <a:normAutofit/>
          </a:bodyPr>
          <a:lstStyle/>
          <a:p>
            <a:pPr algn="just"/>
            <a:r>
              <a:rPr lang="en-ID" dirty="0"/>
              <a:t>General heatmap of the dataset was generated. </a:t>
            </a:r>
          </a:p>
          <a:p>
            <a:pPr algn="just"/>
            <a:r>
              <a:rPr lang="en-ID" dirty="0"/>
              <a:t>Then, the heatmap is simplified only among joint configurations and tip pose [x</a:t>
            </a:r>
            <a:r>
              <a:rPr lang="en-ID" baseline="-25000" dirty="0"/>
              <a:t>3</a:t>
            </a:r>
            <a:r>
              <a:rPr lang="en-ID" dirty="0"/>
              <a:t>, y</a:t>
            </a:r>
            <a:r>
              <a:rPr lang="en-ID" baseline="-25000" dirty="0"/>
              <a:t>3</a:t>
            </a:r>
            <a:r>
              <a:rPr lang="en-ID" dirty="0"/>
              <a:t>, z</a:t>
            </a:r>
            <a:r>
              <a:rPr lang="en-ID" baseline="-25000" dirty="0"/>
              <a:t>3</a:t>
            </a:r>
            <a:r>
              <a:rPr lang="en-ID" dirty="0"/>
              <a:t>, η, ε</a:t>
            </a:r>
            <a:r>
              <a:rPr lang="en-ID" baseline="-25000" dirty="0"/>
              <a:t>1</a:t>
            </a:r>
            <a:r>
              <a:rPr lang="en-ID" dirty="0"/>
              <a:t>, ε</a:t>
            </a:r>
            <a:r>
              <a:rPr lang="en-ID" baseline="-25000" dirty="0"/>
              <a:t>2</a:t>
            </a:r>
            <a:r>
              <a:rPr lang="en-ID" dirty="0"/>
              <a:t>, ε</a:t>
            </a:r>
            <a:r>
              <a:rPr lang="en-ID" baseline="-25000" dirty="0"/>
              <a:t>3</a:t>
            </a:r>
            <a:r>
              <a:rPr lang="en-ID" dirty="0"/>
              <a:t>]</a:t>
            </a:r>
            <a:r>
              <a:rPr lang="en-ID" baseline="30000" dirty="0"/>
              <a:t>⊤</a:t>
            </a:r>
            <a:r>
              <a:rPr lang="en-ID" baseline="-25000" dirty="0"/>
              <a:t>.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5A865-0EAE-84DA-7DF6-7F98D27D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931" y="1304608"/>
            <a:ext cx="4396949" cy="467675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82F4EBE-F511-F8DE-887F-3FDCC984F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6" name="Picture 5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BA222AF9-A616-A5B2-81C8-3FCAA1678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4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E631-DE69-5AE6-B4FE-B7E6A808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7813-B9BB-7F2F-3BC3-6395D7A3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1150-CBC3-37C2-B228-6A8DDB8DE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94" y="2526597"/>
            <a:ext cx="5414006" cy="2854530"/>
          </a:xfrm>
        </p:spPr>
        <p:txBody>
          <a:bodyPr>
            <a:normAutofit/>
          </a:bodyPr>
          <a:lstStyle/>
          <a:p>
            <a:pPr algn="just"/>
            <a:r>
              <a:rPr lang="en-ID" dirty="0"/>
              <a:t>General heatmap of the dataset was generated. </a:t>
            </a:r>
          </a:p>
          <a:p>
            <a:pPr algn="just"/>
            <a:r>
              <a:rPr lang="en-ID" dirty="0"/>
              <a:t>Then, the heatmap is simplified only among joint configurations and tip pose [x</a:t>
            </a:r>
            <a:r>
              <a:rPr lang="en-ID" baseline="-25000" dirty="0"/>
              <a:t>3</a:t>
            </a:r>
            <a:r>
              <a:rPr lang="en-ID" dirty="0"/>
              <a:t>, y</a:t>
            </a:r>
            <a:r>
              <a:rPr lang="en-ID" baseline="-25000" dirty="0"/>
              <a:t>3</a:t>
            </a:r>
            <a:r>
              <a:rPr lang="en-ID" dirty="0"/>
              <a:t>, z</a:t>
            </a:r>
            <a:r>
              <a:rPr lang="en-ID" baseline="-25000" dirty="0"/>
              <a:t>3</a:t>
            </a:r>
            <a:r>
              <a:rPr lang="en-ID" dirty="0"/>
              <a:t>, η, ε</a:t>
            </a:r>
            <a:r>
              <a:rPr lang="en-ID" baseline="-25000" dirty="0"/>
              <a:t>1</a:t>
            </a:r>
            <a:r>
              <a:rPr lang="en-ID" dirty="0"/>
              <a:t>, ε</a:t>
            </a:r>
            <a:r>
              <a:rPr lang="en-ID" baseline="-25000" dirty="0"/>
              <a:t>2</a:t>
            </a:r>
            <a:r>
              <a:rPr lang="en-ID" dirty="0"/>
              <a:t>, ε</a:t>
            </a:r>
            <a:r>
              <a:rPr lang="en-ID" baseline="-25000" dirty="0"/>
              <a:t>3</a:t>
            </a:r>
            <a:r>
              <a:rPr lang="en-ID" dirty="0"/>
              <a:t>]</a:t>
            </a:r>
            <a:r>
              <a:rPr lang="en-ID" baseline="30000" dirty="0"/>
              <a:t>⊤</a:t>
            </a:r>
            <a:r>
              <a:rPr lang="en-ID" baseline="-25000" dirty="0"/>
              <a:t>.</a:t>
            </a:r>
            <a:endParaRPr lang="en-ID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E7EF27-4F9A-D110-549E-AB97D2131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6" name="Picture 5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DA0DA886-8939-2474-21C5-E4B3334AD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8047B4-4C2C-0AF2-05E8-CD9DAF310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480" y="1445080"/>
            <a:ext cx="5190348" cy="446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9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7E5F-D818-1ACA-5971-B01DE90D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F34C1-5967-661E-01EB-A9F029297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07407"/>
            <a:ext cx="4736690" cy="4351338"/>
          </a:xfrm>
        </p:spPr>
        <p:txBody>
          <a:bodyPr/>
          <a:lstStyle/>
          <a:p>
            <a:pPr algn="just"/>
            <a:r>
              <a:rPr lang="en-ID" dirty="0"/>
              <a:t>The outlier on the dataset was observed by using boxplot. These outliers for each position points and orientation angles indicate a phenomenon which is called as ‘snapping’.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0347F-B0E4-F5FF-7EEC-56C762C2A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447" y="2020094"/>
            <a:ext cx="53625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7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8B42-E9E9-C5D2-8AD8-6AE2741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Splitting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CFDB-ADF2-FD39-7CDB-5BB147E17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3503" cy="4351338"/>
          </a:xfrm>
        </p:spPr>
        <p:txBody>
          <a:bodyPr/>
          <a:lstStyle/>
          <a:p>
            <a:pPr algn="just"/>
            <a:r>
              <a:rPr lang="en-US" dirty="0"/>
              <a:t>Dataset is separated into three main </a:t>
            </a:r>
            <a:r>
              <a:rPr lang="en-US" dirty="0" err="1"/>
              <a:t>dataframes</a:t>
            </a:r>
            <a:r>
              <a:rPr lang="en-US" dirty="0"/>
              <a:t>, including joint configuration, position representation, and orientation representation.</a:t>
            </a:r>
          </a:p>
          <a:p>
            <a:pPr algn="just"/>
            <a:r>
              <a:rPr lang="en-US" dirty="0"/>
              <a:t>Then, each are separated into training and test sets with proportions 80:20 respectively.</a:t>
            </a:r>
            <a:endParaRPr lang="en-ID" dirty="0"/>
          </a:p>
        </p:txBody>
      </p:sp>
      <p:pic>
        <p:nvPicPr>
          <p:cNvPr id="3074" name="Picture 2" descr="AI_Part_1_Feature Scaling &amp; Dataset Splitting">
            <a:extLst>
              <a:ext uri="{FF2B5EF4-FFF2-40B4-BE49-F238E27FC236}">
                <a16:creationId xmlns:a16="http://schemas.microsoft.com/office/drawing/2014/main" id="{385FCB64-B72B-A9A3-A33A-16C52A14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040" y="2486358"/>
            <a:ext cx="4415760" cy="211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04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8B97-9768-5778-A74C-8A6DF14A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EC6F-4B0E-6DEE-8DC5-F704F504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 and Hyperparameter Tuning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495A9A-DCA8-BFAD-6549-676781E3D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6" name="Picture 5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F5AD8A41-09BC-C77E-2E4E-D52A05BCD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80B994-6363-D3FB-67E2-36238CF0A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084619"/>
              </p:ext>
            </p:extLst>
          </p:nvPr>
        </p:nvGraphicFramePr>
        <p:xfrm>
          <a:off x="7236164" y="1455799"/>
          <a:ext cx="3992275" cy="4658867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084803">
                  <a:extLst>
                    <a:ext uri="{9D8B030D-6E8A-4147-A177-3AD203B41FA5}">
                      <a16:colId xmlns:a16="http://schemas.microsoft.com/office/drawing/2014/main" val="3942211018"/>
                    </a:ext>
                  </a:extLst>
                </a:gridCol>
                <a:gridCol w="1273585">
                  <a:extLst>
                    <a:ext uri="{9D8B030D-6E8A-4147-A177-3AD203B41FA5}">
                      <a16:colId xmlns:a16="http://schemas.microsoft.com/office/drawing/2014/main" val="399970555"/>
                    </a:ext>
                  </a:extLst>
                </a:gridCol>
                <a:gridCol w="1633887">
                  <a:extLst>
                    <a:ext uri="{9D8B030D-6E8A-4147-A177-3AD203B41FA5}">
                      <a16:colId xmlns:a16="http://schemas.microsoft.com/office/drawing/2014/main" val="1964004129"/>
                    </a:ext>
                  </a:extLst>
                </a:gridCol>
              </a:tblGrid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Parameter</a:t>
                      </a:r>
                      <a:endParaRPr lang="en-ID" sz="12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List of Values</a:t>
                      </a:r>
                      <a:endParaRPr lang="en-ID" sz="12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Best Parameter Value</a:t>
                      </a:r>
                      <a:endParaRPr lang="en-ID" sz="12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4298364"/>
                  </a:ext>
                </a:extLst>
              </a:tr>
              <a:tr h="356182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Linear Regression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9605073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bg1"/>
                          </a:solidFill>
                          <a:effectLst/>
                        </a:rPr>
                        <a:t>fit_intercept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True, False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True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7798703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bg1"/>
                          </a:solidFill>
                          <a:effectLst/>
                        </a:rPr>
                        <a:t>n_jobs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1, 5, 10, 15, None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7836500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positive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True, False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False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6687143"/>
                  </a:ext>
                </a:extLst>
              </a:tr>
              <a:tr h="356182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Random Forest Regressor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9624292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>
                          <a:solidFill>
                            <a:schemeClr val="bg1"/>
                          </a:solidFill>
                          <a:effectLst/>
                        </a:rPr>
                        <a:t>n_estimators</a:t>
                      </a:r>
                      <a:endParaRPr lang="en-ID" sz="120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10, 50, 100, 500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500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145819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bg1"/>
                          </a:solidFill>
                          <a:effectLst/>
                        </a:rPr>
                        <a:t>max_depth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5, 10, 20, None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None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2452363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bg1"/>
                          </a:solidFill>
                          <a:effectLst/>
                        </a:rPr>
                        <a:t>max_features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None,  log2, sqrt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Log2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0090382"/>
                  </a:ext>
                </a:extLst>
              </a:tr>
              <a:tr h="356182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Extra Trees Regressor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4644810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>
                          <a:solidFill>
                            <a:schemeClr val="bg1"/>
                          </a:solidFill>
                          <a:effectLst/>
                        </a:rPr>
                        <a:t>n_estimators</a:t>
                      </a:r>
                      <a:endParaRPr lang="en-ID" sz="120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10, 50, 100, 300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300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07439553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bg1"/>
                          </a:solidFill>
                          <a:effectLst/>
                        </a:rPr>
                        <a:t>max_depth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5, 10, 20, None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None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4450390"/>
                  </a:ext>
                </a:extLst>
              </a:tr>
              <a:tr h="3561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bg1"/>
                          </a:solidFill>
                          <a:effectLst/>
                        </a:rPr>
                        <a:t>max_features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solidFill>
                            <a:schemeClr val="bg1"/>
                          </a:solidFill>
                          <a:effectLst/>
                        </a:rPr>
                        <a:t>None, log2, sqrt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None</a:t>
                      </a:r>
                      <a:endParaRPr lang="en-ID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5932171"/>
                  </a:ext>
                </a:extLst>
              </a:tr>
            </a:tbl>
          </a:graphicData>
        </a:graphic>
      </p:graphicFrame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A15B4CA-6110-31E7-19B5-525E14DE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813" y="2841062"/>
            <a:ext cx="5179141" cy="4351338"/>
          </a:xfrm>
        </p:spPr>
        <p:txBody>
          <a:bodyPr/>
          <a:lstStyle/>
          <a:p>
            <a:pPr algn="just"/>
            <a:r>
              <a:rPr lang="en-US" dirty="0"/>
              <a:t>G</a:t>
            </a:r>
            <a:r>
              <a:rPr lang="en-ID" dirty="0"/>
              <a:t>rid Search Hyperparameter tuning and K-folds Cross-Validation was implemented, where k=10.</a:t>
            </a:r>
          </a:p>
        </p:txBody>
      </p:sp>
    </p:spTree>
    <p:extLst>
      <p:ext uri="{BB962C8B-B14F-4D97-AF65-F5344CB8AC3E}">
        <p14:creationId xmlns:p14="http://schemas.microsoft.com/office/powerpoint/2010/main" val="146805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0416-E533-7125-EA84-F66DAC3F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and Evaluation</a:t>
            </a:r>
            <a:endParaRPr lang="en-ID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C81201-6F3B-D3B2-EE4F-C6FCFF5D7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85650"/>
              </p:ext>
            </p:extLst>
          </p:nvPr>
        </p:nvGraphicFramePr>
        <p:xfrm>
          <a:off x="7325034" y="1620710"/>
          <a:ext cx="4345857" cy="2125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2393">
                  <a:extLst>
                    <a:ext uri="{9D8B030D-6E8A-4147-A177-3AD203B41FA5}">
                      <a16:colId xmlns:a16="http://schemas.microsoft.com/office/drawing/2014/main" val="3873220733"/>
                    </a:ext>
                  </a:extLst>
                </a:gridCol>
                <a:gridCol w="1181541">
                  <a:extLst>
                    <a:ext uri="{9D8B030D-6E8A-4147-A177-3AD203B41FA5}">
                      <a16:colId xmlns:a16="http://schemas.microsoft.com/office/drawing/2014/main" val="2793526209"/>
                    </a:ext>
                  </a:extLst>
                </a:gridCol>
                <a:gridCol w="1701923">
                  <a:extLst>
                    <a:ext uri="{9D8B030D-6E8A-4147-A177-3AD203B41FA5}">
                      <a16:colId xmlns:a16="http://schemas.microsoft.com/office/drawing/2014/main" val="2332328812"/>
                    </a:ext>
                  </a:extLst>
                </a:gridCol>
              </a:tblGrid>
              <a:tr h="348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Model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R2 Score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Error Position (mm)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8087916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Linear Regression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0.9199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3.451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1987961"/>
                  </a:ext>
                </a:extLst>
              </a:tr>
              <a:tr h="714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Random Forest Regressor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0.991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1.17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9119237"/>
                  </a:ext>
                </a:extLst>
              </a:tr>
              <a:tr h="714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Extra Trees Regressor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0.994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b="1" dirty="0">
                          <a:effectLst/>
                        </a:rPr>
                        <a:t>0.923</a:t>
                      </a:r>
                      <a:endParaRPr lang="en-ID" sz="1100" b="1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95807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9843E9-337B-8C5E-EF5C-81B141F22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975720"/>
              </p:ext>
            </p:extLst>
          </p:nvPr>
        </p:nvGraphicFramePr>
        <p:xfrm>
          <a:off x="7325034" y="3966510"/>
          <a:ext cx="4345859" cy="2125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4837">
                  <a:extLst>
                    <a:ext uri="{9D8B030D-6E8A-4147-A177-3AD203B41FA5}">
                      <a16:colId xmlns:a16="http://schemas.microsoft.com/office/drawing/2014/main" val="1524104773"/>
                    </a:ext>
                  </a:extLst>
                </a:gridCol>
                <a:gridCol w="990320">
                  <a:extLst>
                    <a:ext uri="{9D8B030D-6E8A-4147-A177-3AD203B41FA5}">
                      <a16:colId xmlns:a16="http://schemas.microsoft.com/office/drawing/2014/main" val="2584907114"/>
                    </a:ext>
                  </a:extLst>
                </a:gridCol>
                <a:gridCol w="1880702">
                  <a:extLst>
                    <a:ext uri="{9D8B030D-6E8A-4147-A177-3AD203B41FA5}">
                      <a16:colId xmlns:a16="http://schemas.microsoft.com/office/drawing/2014/main" val="4063593690"/>
                    </a:ext>
                  </a:extLst>
                </a:gridCol>
              </a:tblGrid>
              <a:tr h="348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Model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R2 Score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Error Orientation (°)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500297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Linear Regression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0.832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14.17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839294"/>
                  </a:ext>
                </a:extLst>
              </a:tr>
              <a:tr h="714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Random Forest Regressor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0.965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dirty="0">
                          <a:effectLst/>
                        </a:rPr>
                        <a:t>8.968</a:t>
                      </a:r>
                      <a:endParaRPr lang="en-ID" sz="1100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4777703"/>
                  </a:ext>
                </a:extLst>
              </a:tr>
              <a:tr h="714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Extra Trees Regressor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>
                          <a:effectLst/>
                        </a:rPr>
                        <a:t>0.972</a:t>
                      </a:r>
                      <a:endParaRPr lang="en-ID" sz="110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b="1" dirty="0">
                          <a:effectLst/>
                        </a:rPr>
                        <a:t>9.116</a:t>
                      </a:r>
                      <a:endParaRPr lang="en-ID" sz="1100" b="1" dirty="0">
                        <a:effectLst/>
                        <a:latin typeface="Century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3003977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67FA75-AD53-763F-E7CC-9B15D581B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6024715" cy="4401706"/>
          </a:xfrm>
        </p:spPr>
        <p:txBody>
          <a:bodyPr/>
          <a:lstStyle/>
          <a:p>
            <a:pPr algn="just"/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3000E8-8983-A9B6-53D5-09090F093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21" y="2248921"/>
            <a:ext cx="6424230" cy="29953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7EBCC0-3CC9-4365-A232-B444A393C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15" name="Picture 14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FD7674D5-90CF-D466-BF00-364A6CDD3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64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9AEA-80A1-2B54-3ED5-FA825770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BF99B-0D3E-556B-7796-ED2387ED7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Trees outperformed Linear Regression and Random Forest Regressor in both position and orientation predictions</a:t>
            </a:r>
          </a:p>
          <a:p>
            <a:r>
              <a:rPr lang="en-US" dirty="0"/>
              <a:t>All model generally performs better for position prediction compared to orientation.</a:t>
            </a:r>
          </a:p>
          <a:p>
            <a:r>
              <a:rPr lang="en-US" dirty="0"/>
              <a:t>Although it could not surpass the paper result, Extra Trees can be utilized for rapid data-driven forward kinematics modeling of Concentric Tube Continuum Robot</a:t>
            </a:r>
          </a:p>
          <a:p>
            <a:endParaRPr lang="en-ID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A11452-F9D1-FA8C-53D0-39AE45DDC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5" name="Picture 4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A10CA631-C212-2778-45C5-939E7E7D4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3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348C-7904-B16E-181E-61DDB208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66DFB-E8D5-B612-E752-B41CF1D11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Grassmann, R.M., Chen, R.Z., Liang, N., &amp; Burgner-Kahrs, J. (2022). </a:t>
            </a:r>
            <a:r>
              <a:rPr lang="en-ID" b="0" i="1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A Dataset and Benchmark for Learning the Kinematics of Concentric Tube Continuum Robots</a:t>
            </a:r>
            <a:r>
              <a:rPr lang="en-ID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. </a:t>
            </a:r>
            <a:r>
              <a:rPr lang="en-ID" b="0" i="1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2022 IEEE/RSJ International Conference on Intelligent Robots and Systems (IROS)</a:t>
            </a:r>
            <a:r>
              <a:rPr lang="en-ID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, 9550-9557.</a:t>
            </a:r>
          </a:p>
          <a:p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Grassmann, R. M., Shentu, C., </a:t>
            </a:r>
            <a:r>
              <a:rPr lang="en-US" b="0" i="0" dirty="0" err="1">
                <a:solidFill>
                  <a:srgbClr val="424242"/>
                </a:solidFill>
                <a:effectLst/>
                <a:latin typeface="Segoe Sans"/>
              </a:rPr>
              <a:t>Hamoda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, T., Dewi, P. T., &amp; Burgner-Kahrs, J. (2024). </a:t>
            </a:r>
            <a:r>
              <a:rPr lang="en-US" b="0" i="1" dirty="0">
                <a:solidFill>
                  <a:srgbClr val="424242"/>
                </a:solidFill>
                <a:effectLst/>
                <a:latin typeface="Segoe Sans"/>
              </a:rPr>
              <a:t>Open continuum robotics–one actuation module to create them all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. Frontiers in Robotics and AI, 11.</a:t>
            </a:r>
            <a:endParaRPr lang="en-ID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F2C6F0-6DF7-DEED-8F1B-7EDF760DE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5" name="Picture 4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ABE8DDC5-0A66-839E-8330-308D9F7C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50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F56B5-7214-CF45-B6FF-83F8CE09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60AD49-7D30-E964-6147-002DBD9C3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2880" y="6287514"/>
            <a:ext cx="415706" cy="415706"/>
          </a:xfrm>
          <a:prstGeom prst="rect">
            <a:avLst/>
          </a:prstGeom>
        </p:spPr>
      </p:pic>
      <p:pic>
        <p:nvPicPr>
          <p:cNvPr id="4" name="Picture 3" descr="A white and blue rectangular object with text&#10;&#10;AI-generated content may be incorrect.">
            <a:extLst>
              <a:ext uri="{FF2B5EF4-FFF2-40B4-BE49-F238E27FC236}">
                <a16:creationId xmlns:a16="http://schemas.microsoft.com/office/drawing/2014/main" id="{AD852955-3692-0935-ADA7-0E8CDA00B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658" y="6282529"/>
            <a:ext cx="1050854" cy="4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5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7CAE00ADAD8D4ABB4F51CE3917649C" ma:contentTypeVersion="12" ma:contentTypeDescription="Create a new document." ma:contentTypeScope="" ma:versionID="a928fab6a932a07088828c3a79d09354">
  <xsd:schema xmlns:xsd="http://www.w3.org/2001/XMLSchema" xmlns:xs="http://www.w3.org/2001/XMLSchema" xmlns:p="http://schemas.microsoft.com/office/2006/metadata/properties" xmlns:ns3="c80f5c2e-e253-4a01-8018-10bc111751ca" targetNamespace="http://schemas.microsoft.com/office/2006/metadata/properties" ma:root="true" ma:fieldsID="2a03e641b8dcf1d4b0ba9f4e649d9de1" ns3:_="">
    <xsd:import namespace="c80f5c2e-e253-4a01-8018-10bc111751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Location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f5c2e-e253-4a01-8018-10bc111751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f5c2e-e253-4a01-8018-10bc111751c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45F11C-610F-46BD-BE35-36AA38A967A6}">
  <ds:schemaRefs>
    <ds:schemaRef ds:uri="c80f5c2e-e253-4a01-8018-10bc111751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A1EE6E8-5140-480F-9C74-FFA42AC8B005}">
  <ds:schemaRefs>
    <ds:schemaRef ds:uri="http://www.w3.org/XML/1998/namespace"/>
    <ds:schemaRef ds:uri="c80f5c2e-e253-4a01-8018-10bc111751ca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6E9E23D-C02D-4F2D-820F-BE8307CF32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97360e3-138d-4b5f-956f-a646c364a01e}" enabled="0" method="" siteId="{d97360e3-138d-4b5f-956f-a646c364a0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681</Words>
  <Application>Microsoft Office PowerPoint</Application>
  <PresentationFormat>Widescreen</PresentationFormat>
  <Paragraphs>113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Century</vt:lpstr>
      <vt:lpstr>Roboto</vt:lpstr>
      <vt:lpstr>Segoe Sans</vt:lpstr>
      <vt:lpstr>Office Theme</vt:lpstr>
      <vt:lpstr>Data-Driven Forward Kinematics Modeling of Concentric Tube Continuum Robot</vt:lpstr>
      <vt:lpstr>Outline</vt:lpstr>
      <vt:lpstr>Problem Description</vt:lpstr>
      <vt:lpstr>Dataset Description </vt:lpstr>
      <vt:lpstr>Exploratory Data Analysis</vt:lpstr>
      <vt:lpstr>Exploratory Data Analysis</vt:lpstr>
      <vt:lpstr>Exploratory Data Analysis</vt:lpstr>
      <vt:lpstr>Dataset Splitting</vt:lpstr>
      <vt:lpstr>Cross-Validation and Hyperparameter Tuning</vt:lpstr>
      <vt:lpstr>Model Comparison and Evaluation</vt:lpstr>
      <vt:lpstr>Conclusion</vt:lpstr>
      <vt:lpstr>References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Shape Memory Alloy Hysteresis Modelling</dc:title>
  <dc:creator>Ali Syaugi Bilfagih</dc:creator>
  <cp:lastModifiedBy>Ali Syaugi Bilfagih</cp:lastModifiedBy>
  <cp:revision>1</cp:revision>
  <dcterms:created xsi:type="dcterms:W3CDTF">2025-05-10T03:58:25Z</dcterms:created>
  <dcterms:modified xsi:type="dcterms:W3CDTF">2025-07-20T17:18:09Z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0x010100727CAE00ADAD8D4ABB4F51CE3917649C</vt:lpwstr>
  </property>
</Properties>
</file>